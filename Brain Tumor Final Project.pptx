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35" r:id="rId1"/>
  </p:sldMasterIdLst>
  <p:sldIdLst>
    <p:sldId id="256" r:id="rId2"/>
    <p:sldId id="264" r:id="rId3"/>
    <p:sldId id="257" r:id="rId4"/>
    <p:sldId id="275" r:id="rId5"/>
    <p:sldId id="259" r:id="rId6"/>
    <p:sldId id="276" r:id="rId7"/>
    <p:sldId id="277" r:id="rId8"/>
    <p:sldId id="260" r:id="rId9"/>
    <p:sldId id="267" r:id="rId10"/>
    <p:sldId id="268" r:id="rId11"/>
    <p:sldId id="261" r:id="rId12"/>
    <p:sldId id="265" r:id="rId13"/>
    <p:sldId id="266" r:id="rId14"/>
    <p:sldId id="269" r:id="rId15"/>
    <p:sldId id="270" r:id="rId16"/>
    <p:sldId id="272" r:id="rId17"/>
    <p:sldId id="271" r:id="rId18"/>
    <p:sldId id="263" r:id="rId19"/>
    <p:sldId id="273" r:id="rId20"/>
    <p:sldId id="274" r:id="rId21"/>
    <p:sldId id="262" r:id="rId22"/>
    <p:sldId id="278" r:id="rId23"/>
    <p:sldId id="279" r:id="rId24"/>
    <p:sldId id="258" r:id="rId25"/>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06DAC8-D2F8-4980-BDA9-8709FB366876}" v="275" dt="2026-01-12T11:04:33.7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33" autoAdjust="0"/>
    <p:restoredTop sz="94660"/>
  </p:normalViewPr>
  <p:slideViewPr>
    <p:cSldViewPr snapToGrid="0">
      <p:cViewPr varScale="1">
        <p:scale>
          <a:sx n="87" d="100"/>
          <a:sy n="87" d="100"/>
        </p:scale>
        <p:origin x="38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i chavay" userId="5dd12e99b5e698f7" providerId="LiveId" clId="{205375D9-E7DA-469F-BB61-F0B5F08C2B2A}"/>
    <pc:docChg chg="undo redo custSel addSld delSld modSld sldOrd addMainMaster delMainMaster modMainMaster">
      <pc:chgData name="miri chavay" userId="5dd12e99b5e698f7" providerId="LiveId" clId="{205375D9-E7DA-469F-BB61-F0B5F08C2B2A}" dt="2026-01-12T11:04:33.779" v="3427" actId="14100"/>
      <pc:docMkLst>
        <pc:docMk/>
      </pc:docMkLst>
      <pc:sldChg chg="addSp delSp modSp new mod setBg modClrScheme chgLayout">
        <pc:chgData name="miri chavay" userId="5dd12e99b5e698f7" providerId="LiveId" clId="{205375D9-E7DA-469F-BB61-F0B5F08C2B2A}" dt="2026-01-07T15:27:06.714" v="374" actId="20577"/>
        <pc:sldMkLst>
          <pc:docMk/>
          <pc:sldMk cId="2678832942" sldId="256"/>
        </pc:sldMkLst>
        <pc:spChg chg="mod">
          <ac:chgData name="miri chavay" userId="5dd12e99b5e698f7" providerId="LiveId" clId="{205375D9-E7DA-469F-BB61-F0B5F08C2B2A}" dt="2026-01-07T15:27:06.714" v="374" actId="20577"/>
          <ac:spMkLst>
            <pc:docMk/>
            <pc:sldMk cId="2678832942" sldId="256"/>
            <ac:spMk id="3" creationId="{7BE62C1B-6247-4983-0975-F6F3182DB185}"/>
          </ac:spMkLst>
        </pc:spChg>
        <pc:spChg chg="add mod">
          <ac:chgData name="miri chavay" userId="5dd12e99b5e698f7" providerId="LiveId" clId="{205375D9-E7DA-469F-BB61-F0B5F08C2B2A}" dt="2026-01-03T15:59:57.275" v="216" actId="1076"/>
          <ac:spMkLst>
            <pc:docMk/>
            <pc:sldMk cId="2678832942" sldId="256"/>
            <ac:spMk id="5" creationId="{887A74AF-5CE0-CC8F-A79E-31DB97F6A939}"/>
          </ac:spMkLst>
        </pc:spChg>
        <pc:spChg chg="add">
          <ac:chgData name="miri chavay" userId="5dd12e99b5e698f7" providerId="LiveId" clId="{205375D9-E7DA-469F-BB61-F0B5F08C2B2A}" dt="2026-01-01T14:55:54.600" v="3" actId="26606"/>
          <ac:spMkLst>
            <pc:docMk/>
            <pc:sldMk cId="2678832942" sldId="256"/>
            <ac:spMk id="16" creationId="{BC88933B-CFB2-4662-9CA9-2C1E08385BA5}"/>
          </ac:spMkLst>
        </pc:spChg>
        <pc:spChg chg="add">
          <ac:chgData name="miri chavay" userId="5dd12e99b5e698f7" providerId="LiveId" clId="{205375D9-E7DA-469F-BB61-F0B5F08C2B2A}" dt="2026-01-01T14:55:54.600" v="3" actId="26606"/>
          <ac:spMkLst>
            <pc:docMk/>
            <pc:sldMk cId="2678832942" sldId="256"/>
            <ac:spMk id="17" creationId="{F909EEE1-52DB-4A86-AFCE-CCE9041848D1}"/>
          </ac:spMkLst>
        </pc:spChg>
        <pc:picChg chg="add mod ord">
          <ac:chgData name="miri chavay" userId="5dd12e99b5e698f7" providerId="LiveId" clId="{205375D9-E7DA-469F-BB61-F0B5F08C2B2A}" dt="2026-01-03T15:11:38.749" v="176" actId="1076"/>
          <ac:picMkLst>
            <pc:docMk/>
            <pc:sldMk cId="2678832942" sldId="256"/>
            <ac:picMk id="1028" creationId="{481B2023-D887-E1F7-F3B1-D778E71A976B}"/>
          </ac:picMkLst>
        </pc:picChg>
        <pc:cxnChg chg="add">
          <ac:chgData name="miri chavay" userId="5dd12e99b5e698f7" providerId="LiveId" clId="{205375D9-E7DA-469F-BB61-F0B5F08C2B2A}" dt="2026-01-01T14:55:54.600" v="3" actId="26606"/>
          <ac:cxnSpMkLst>
            <pc:docMk/>
            <pc:sldMk cId="2678832942" sldId="256"/>
            <ac:cxnSpMk id="15" creationId="{CBD85EF3-E980-4EF9-BF91-C0540D302A95}"/>
          </ac:cxnSpMkLst>
        </pc:cxnChg>
        <pc:cxnChg chg="add">
          <ac:chgData name="miri chavay" userId="5dd12e99b5e698f7" providerId="LiveId" clId="{205375D9-E7DA-469F-BB61-F0B5F08C2B2A}" dt="2026-01-01T14:55:54.600" v="3" actId="26606"/>
          <ac:cxnSpMkLst>
            <pc:docMk/>
            <pc:sldMk cId="2678832942" sldId="256"/>
            <ac:cxnSpMk id="19" creationId="{326FE4BA-3BD1-4AB3-A3EB-39FF16D96403}"/>
          </ac:cxnSpMkLst>
        </pc:cxnChg>
      </pc:sldChg>
      <pc:sldChg chg="addSp delSp modSp new mod setBg">
        <pc:chgData name="miri chavay" userId="5dd12e99b5e698f7" providerId="LiveId" clId="{205375D9-E7DA-469F-BB61-F0B5F08C2B2A}" dt="2026-01-12T10:05:56.890" v="2923" actId="20577"/>
        <pc:sldMkLst>
          <pc:docMk/>
          <pc:sldMk cId="689710512" sldId="257"/>
        </pc:sldMkLst>
        <pc:spChg chg="mod">
          <ac:chgData name="miri chavay" userId="5dd12e99b5e698f7" providerId="LiveId" clId="{205375D9-E7DA-469F-BB61-F0B5F08C2B2A}" dt="2026-01-10T16:06:21.106" v="429" actId="26606"/>
          <ac:spMkLst>
            <pc:docMk/>
            <pc:sldMk cId="689710512" sldId="257"/>
            <ac:spMk id="2" creationId="{FAC2AD04-EF98-8B61-F12B-E1F6CB701B97}"/>
          </ac:spMkLst>
        </pc:spChg>
        <pc:spChg chg="add">
          <ac:chgData name="miri chavay" userId="5dd12e99b5e698f7" providerId="LiveId" clId="{205375D9-E7DA-469F-BB61-F0B5F08C2B2A}" dt="2026-01-10T16:06:21.106" v="429" actId="26606"/>
          <ac:spMkLst>
            <pc:docMk/>
            <pc:sldMk cId="689710512" sldId="257"/>
            <ac:spMk id="124" creationId="{81775E6C-9FE7-4AE4-ABE7-2568D95DEAE0}"/>
          </ac:spMkLst>
        </pc:spChg>
        <pc:spChg chg="add">
          <ac:chgData name="miri chavay" userId="5dd12e99b5e698f7" providerId="LiveId" clId="{205375D9-E7DA-469F-BB61-F0B5F08C2B2A}" dt="2026-01-10T16:06:21.106" v="429" actId="26606"/>
          <ac:spMkLst>
            <pc:docMk/>
            <pc:sldMk cId="689710512" sldId="257"/>
            <ac:spMk id="125" creationId="{6F1D8699-067D-4768-9F87-3E302B3797BC}"/>
          </ac:spMkLst>
        </pc:spChg>
        <pc:spChg chg="add mod">
          <ac:chgData name="miri chavay" userId="5dd12e99b5e698f7" providerId="LiveId" clId="{205375D9-E7DA-469F-BB61-F0B5F08C2B2A}" dt="2026-01-12T10:05:56.890" v="2923" actId="20577"/>
          <ac:spMkLst>
            <pc:docMk/>
            <pc:sldMk cId="689710512" sldId="257"/>
            <ac:spMk id="132" creationId="{F877052A-3BE9-870F-A052-DE82F8765FC1}"/>
          </ac:spMkLst>
        </pc:spChg>
        <pc:cxnChg chg="add">
          <ac:chgData name="miri chavay" userId="5dd12e99b5e698f7" providerId="LiveId" clId="{205375D9-E7DA-469F-BB61-F0B5F08C2B2A}" dt="2026-01-10T16:06:21.106" v="429" actId="26606"/>
          <ac:cxnSpMkLst>
            <pc:docMk/>
            <pc:sldMk cId="689710512" sldId="257"/>
            <ac:cxnSpMk id="118" creationId="{DC1E3AB1-2A8C-4607-9FAE-D8BDB280FE1A}"/>
          </ac:cxnSpMkLst>
        </pc:cxnChg>
        <pc:cxnChg chg="add">
          <ac:chgData name="miri chavay" userId="5dd12e99b5e698f7" providerId="LiveId" clId="{205375D9-E7DA-469F-BB61-F0B5F08C2B2A}" dt="2026-01-10T16:06:21.106" v="429" actId="26606"/>
          <ac:cxnSpMkLst>
            <pc:docMk/>
            <pc:sldMk cId="689710512" sldId="257"/>
            <ac:cxnSpMk id="120" creationId="{A515E2ED-7EA9-448D-83FA-54C3DF9723BD}"/>
          </ac:cxnSpMkLst>
        </pc:cxnChg>
        <pc:cxnChg chg="add">
          <ac:chgData name="miri chavay" userId="5dd12e99b5e698f7" providerId="LiveId" clId="{205375D9-E7DA-469F-BB61-F0B5F08C2B2A}" dt="2026-01-10T16:06:21.106" v="429" actId="26606"/>
          <ac:cxnSpMkLst>
            <pc:docMk/>
            <pc:sldMk cId="689710512" sldId="257"/>
            <ac:cxnSpMk id="122" creationId="{28CD9F06-9628-469C-B788-A894E3E08281}"/>
          </ac:cxnSpMkLst>
        </pc:cxnChg>
        <pc:cxnChg chg="add">
          <ac:chgData name="miri chavay" userId="5dd12e99b5e698f7" providerId="LiveId" clId="{205375D9-E7DA-469F-BB61-F0B5F08C2B2A}" dt="2026-01-10T16:06:21.106" v="429" actId="26606"/>
          <ac:cxnSpMkLst>
            <pc:docMk/>
            <pc:sldMk cId="689710512" sldId="257"/>
            <ac:cxnSpMk id="129" creationId="{C5950BAB-F521-4A52-A263-D105789771E6}"/>
          </ac:cxnSpMkLst>
        </pc:cxnChg>
        <pc:cxnChg chg="add">
          <ac:chgData name="miri chavay" userId="5dd12e99b5e698f7" providerId="LiveId" clId="{205375D9-E7DA-469F-BB61-F0B5F08C2B2A}" dt="2026-01-10T16:06:21.106" v="429" actId="26606"/>
          <ac:cxnSpMkLst>
            <pc:docMk/>
            <pc:sldMk cId="689710512" sldId="257"/>
            <ac:cxnSpMk id="130" creationId="{B3087726-EFA7-48B6-8527-80902BB5587C}"/>
          </ac:cxnSpMkLst>
        </pc:cxnChg>
      </pc:sldChg>
      <pc:sldChg chg="addSp delSp modSp add mod ord">
        <pc:chgData name="miri chavay" userId="5dd12e99b5e698f7" providerId="LiveId" clId="{205375D9-E7DA-469F-BB61-F0B5F08C2B2A}" dt="2026-01-12T09:55:35.888" v="2696" actId="1038"/>
        <pc:sldMkLst>
          <pc:docMk/>
          <pc:sldMk cId="4181116045" sldId="258"/>
        </pc:sldMkLst>
        <pc:spChg chg="add mod">
          <ac:chgData name="miri chavay" userId="5dd12e99b5e698f7" providerId="LiveId" clId="{205375D9-E7DA-469F-BB61-F0B5F08C2B2A}" dt="2026-01-12T09:55:35.888" v="2696" actId="1038"/>
          <ac:spMkLst>
            <pc:docMk/>
            <pc:sldMk cId="4181116045" sldId="258"/>
            <ac:spMk id="2" creationId="{80510660-25E0-1BFD-1947-97458CBED908}"/>
          </ac:spMkLst>
        </pc:spChg>
        <pc:picChg chg="mod">
          <ac:chgData name="miri chavay" userId="5dd12e99b5e698f7" providerId="LiveId" clId="{205375D9-E7DA-469F-BB61-F0B5F08C2B2A}" dt="2026-01-03T15:09:19.834" v="163" actId="1076"/>
          <ac:picMkLst>
            <pc:docMk/>
            <pc:sldMk cId="4181116045" sldId="258"/>
            <ac:picMk id="1028" creationId="{6E258C2B-BDB3-A42E-141A-1584691939B8}"/>
          </ac:picMkLst>
        </pc:picChg>
      </pc:sldChg>
      <pc:sldChg chg="addSp delSp modSp new mod ord modMedia setBg delAnim">
        <pc:chgData name="miri chavay" userId="5dd12e99b5e698f7" providerId="LiveId" clId="{205375D9-E7DA-469F-BB61-F0B5F08C2B2A}" dt="2026-01-12T10:06:15.417" v="2971" actId="20577"/>
        <pc:sldMkLst>
          <pc:docMk/>
          <pc:sldMk cId="783074269" sldId="259"/>
        </pc:sldMkLst>
        <pc:spChg chg="mod">
          <ac:chgData name="miri chavay" userId="5dd12e99b5e698f7" providerId="LiveId" clId="{205375D9-E7DA-469F-BB61-F0B5F08C2B2A}" dt="2026-01-12T10:06:15.417" v="2971" actId="20577"/>
          <ac:spMkLst>
            <pc:docMk/>
            <pc:sldMk cId="783074269" sldId="259"/>
            <ac:spMk id="2" creationId="{F486BD37-BC41-B595-F63A-F2388F4CAA16}"/>
          </ac:spMkLst>
        </pc:spChg>
        <pc:spChg chg="add">
          <ac:chgData name="miri chavay" userId="5dd12e99b5e698f7" providerId="LiveId" clId="{205375D9-E7DA-469F-BB61-F0B5F08C2B2A}" dt="2026-01-10T17:17:26.646" v="742" actId="26606"/>
          <ac:spMkLst>
            <pc:docMk/>
            <pc:sldMk cId="783074269" sldId="259"/>
            <ac:spMk id="22" creationId="{2096EABF-579F-4307-8952-04905085F4C9}"/>
          </ac:spMkLst>
        </pc:spChg>
        <pc:spChg chg="add">
          <ac:chgData name="miri chavay" userId="5dd12e99b5e698f7" providerId="LiveId" clId="{205375D9-E7DA-469F-BB61-F0B5F08C2B2A}" dt="2026-01-10T17:17:26.646" v="742" actId="26606"/>
          <ac:spMkLst>
            <pc:docMk/>
            <pc:sldMk cId="783074269" sldId="259"/>
            <ac:spMk id="24" creationId="{233D9D3E-2FB8-42AA-B5E5-1EAB4DA92074}"/>
          </ac:spMkLst>
        </pc:spChg>
        <pc:picChg chg="add mod">
          <ac:chgData name="miri chavay" userId="5dd12e99b5e698f7" providerId="LiveId" clId="{205375D9-E7DA-469F-BB61-F0B5F08C2B2A}" dt="2026-01-11T17:34:15.274" v="1680" actId="1076"/>
          <ac:picMkLst>
            <pc:docMk/>
            <pc:sldMk cId="783074269" sldId="259"/>
            <ac:picMk id="5" creationId="{50BCC6A5-9EDE-2368-B83B-C9E33BAE96B8}"/>
          </ac:picMkLst>
        </pc:picChg>
        <pc:cxnChg chg="add">
          <ac:chgData name="miri chavay" userId="5dd12e99b5e698f7" providerId="LiveId" clId="{205375D9-E7DA-469F-BB61-F0B5F08C2B2A}" dt="2026-01-10T17:17:26.646" v="742" actId="26606"/>
          <ac:cxnSpMkLst>
            <pc:docMk/>
            <pc:sldMk cId="783074269" sldId="259"/>
            <ac:cxnSpMk id="8" creationId="{4436E0F2-A64B-471E-93C0-8DFE08CC57C8}"/>
          </ac:cxnSpMkLst>
        </pc:cxnChg>
        <pc:cxnChg chg="add">
          <ac:chgData name="miri chavay" userId="5dd12e99b5e698f7" providerId="LiveId" clId="{205375D9-E7DA-469F-BB61-F0B5F08C2B2A}" dt="2026-01-10T17:17:26.646" v="742" actId="26606"/>
          <ac:cxnSpMkLst>
            <pc:docMk/>
            <pc:sldMk cId="783074269" sldId="259"/>
            <ac:cxnSpMk id="12" creationId="{26D66059-832F-40B6-A35F-F56C8F38A1E7}"/>
          </ac:cxnSpMkLst>
        </pc:cxnChg>
        <pc:cxnChg chg="add">
          <ac:chgData name="miri chavay" userId="5dd12e99b5e698f7" providerId="LiveId" clId="{205375D9-E7DA-469F-BB61-F0B5F08C2B2A}" dt="2026-01-10T17:17:26.646" v="742" actId="26606"/>
          <ac:cxnSpMkLst>
            <pc:docMk/>
            <pc:sldMk cId="783074269" sldId="259"/>
            <ac:cxnSpMk id="14" creationId="{A515E2ED-7EA9-448D-83FA-54C3DF9723BD}"/>
          </ac:cxnSpMkLst>
        </pc:cxnChg>
        <pc:cxnChg chg="add">
          <ac:chgData name="miri chavay" userId="5dd12e99b5e698f7" providerId="LiveId" clId="{205375D9-E7DA-469F-BB61-F0B5F08C2B2A}" dt="2026-01-10T17:17:26.646" v="742" actId="26606"/>
          <ac:cxnSpMkLst>
            <pc:docMk/>
            <pc:sldMk cId="783074269" sldId="259"/>
            <ac:cxnSpMk id="18" creationId="{28CD9F06-9628-469C-B788-A894E3E08281}"/>
          </ac:cxnSpMkLst>
        </pc:cxnChg>
        <pc:cxnChg chg="add">
          <ac:chgData name="miri chavay" userId="5dd12e99b5e698f7" providerId="LiveId" clId="{205375D9-E7DA-469F-BB61-F0B5F08C2B2A}" dt="2026-01-10T17:17:26.646" v="742" actId="26606"/>
          <ac:cxnSpMkLst>
            <pc:docMk/>
            <pc:sldMk cId="783074269" sldId="259"/>
            <ac:cxnSpMk id="20" creationId="{8550A431-0B61-421B-B4B7-24C0CFF0F938}"/>
          </ac:cxnSpMkLst>
        </pc:cxnChg>
        <pc:cxnChg chg="add">
          <ac:chgData name="miri chavay" userId="5dd12e99b5e698f7" providerId="LiveId" clId="{205375D9-E7DA-469F-BB61-F0B5F08C2B2A}" dt="2026-01-10T17:17:26.646" v="742" actId="26606"/>
          <ac:cxnSpMkLst>
            <pc:docMk/>
            <pc:sldMk cId="783074269" sldId="259"/>
            <ac:cxnSpMk id="34" creationId="{0192C383-6990-4C74-A5FF-EAB4A1EA2979}"/>
          </ac:cxnSpMkLst>
        </pc:cxnChg>
      </pc:sldChg>
      <pc:sldChg chg="addSp delSp modSp add mod setBg">
        <pc:chgData name="miri chavay" userId="5dd12e99b5e698f7" providerId="LiveId" clId="{205375D9-E7DA-469F-BB61-F0B5F08C2B2A}" dt="2026-01-10T18:26:13.548" v="950" actId="1076"/>
        <pc:sldMkLst>
          <pc:docMk/>
          <pc:sldMk cId="737758115" sldId="260"/>
        </pc:sldMkLst>
        <pc:spChg chg="mod">
          <ac:chgData name="miri chavay" userId="5dd12e99b5e698f7" providerId="LiveId" clId="{205375D9-E7DA-469F-BB61-F0B5F08C2B2A}" dt="2026-01-10T18:26:13.548" v="950" actId="1076"/>
          <ac:spMkLst>
            <pc:docMk/>
            <pc:sldMk cId="737758115" sldId="260"/>
            <ac:spMk id="2" creationId="{90BC8AEB-74E5-FA57-8297-33CE244CC1D1}"/>
          </ac:spMkLst>
        </pc:spChg>
        <pc:spChg chg="add">
          <ac:chgData name="miri chavay" userId="5dd12e99b5e698f7" providerId="LiveId" clId="{205375D9-E7DA-469F-BB61-F0B5F08C2B2A}" dt="2026-01-10T17:22:01.378" v="760" actId="26606"/>
          <ac:spMkLst>
            <pc:docMk/>
            <pc:sldMk cId="737758115" sldId="260"/>
            <ac:spMk id="22" creationId="{2096EABF-579F-4307-8952-04905085F4C9}"/>
          </ac:spMkLst>
        </pc:spChg>
        <pc:spChg chg="add">
          <ac:chgData name="miri chavay" userId="5dd12e99b5e698f7" providerId="LiveId" clId="{205375D9-E7DA-469F-BB61-F0B5F08C2B2A}" dt="2026-01-10T17:22:01.378" v="760" actId="26606"/>
          <ac:spMkLst>
            <pc:docMk/>
            <pc:sldMk cId="737758115" sldId="260"/>
            <ac:spMk id="24" creationId="{233D9D3E-2FB8-42AA-B5E5-1EAB4DA92074}"/>
          </ac:spMkLst>
        </pc:spChg>
        <pc:picChg chg="add mod">
          <ac:chgData name="miri chavay" userId="5dd12e99b5e698f7" providerId="LiveId" clId="{205375D9-E7DA-469F-BB61-F0B5F08C2B2A}" dt="2026-01-10T17:25:29.983" v="793" actId="1076"/>
          <ac:picMkLst>
            <pc:docMk/>
            <pc:sldMk cId="737758115" sldId="260"/>
            <ac:picMk id="6" creationId="{486A850C-A32A-6215-77A8-7F337F569EB3}"/>
          </ac:picMkLst>
        </pc:picChg>
        <pc:cxnChg chg="add">
          <ac:chgData name="miri chavay" userId="5dd12e99b5e698f7" providerId="LiveId" clId="{205375D9-E7DA-469F-BB61-F0B5F08C2B2A}" dt="2026-01-10T17:22:01.378" v="760" actId="26606"/>
          <ac:cxnSpMkLst>
            <pc:docMk/>
            <pc:sldMk cId="737758115" sldId="260"/>
            <ac:cxnSpMk id="12" creationId="{26D66059-832F-40B6-A35F-F56C8F38A1E7}"/>
          </ac:cxnSpMkLst>
        </pc:cxnChg>
        <pc:cxnChg chg="add">
          <ac:chgData name="miri chavay" userId="5dd12e99b5e698f7" providerId="LiveId" clId="{205375D9-E7DA-469F-BB61-F0B5F08C2B2A}" dt="2026-01-10T17:22:01.378" v="760" actId="26606"/>
          <ac:cxnSpMkLst>
            <pc:docMk/>
            <pc:sldMk cId="737758115" sldId="260"/>
            <ac:cxnSpMk id="26" creationId="{69FBE6D3-8499-4BE7-8C12-1BA9F0150EFE}"/>
          </ac:cxnSpMkLst>
        </pc:cxnChg>
        <pc:cxnChg chg="add">
          <ac:chgData name="miri chavay" userId="5dd12e99b5e698f7" providerId="LiveId" clId="{205375D9-E7DA-469F-BB61-F0B5F08C2B2A}" dt="2026-01-10T17:22:01.378" v="760" actId="26606"/>
          <ac:cxnSpMkLst>
            <pc:docMk/>
            <pc:sldMk cId="737758115" sldId="260"/>
            <ac:cxnSpMk id="28" creationId="{E35C1B90-3208-4854-BFDE-310A02639FF6}"/>
          </ac:cxnSpMkLst>
        </pc:cxnChg>
        <pc:cxnChg chg="add">
          <ac:chgData name="miri chavay" userId="5dd12e99b5e698f7" providerId="LiveId" clId="{205375D9-E7DA-469F-BB61-F0B5F08C2B2A}" dt="2026-01-10T17:22:01.378" v="760" actId="26606"/>
          <ac:cxnSpMkLst>
            <pc:docMk/>
            <pc:sldMk cId="737758115" sldId="260"/>
            <ac:cxnSpMk id="30" creationId="{BFB20B9B-B58D-4A05-87A2-6F8C78BD7CB2}"/>
          </ac:cxnSpMkLst>
        </pc:cxnChg>
        <pc:cxnChg chg="add">
          <ac:chgData name="miri chavay" userId="5dd12e99b5e698f7" providerId="LiveId" clId="{205375D9-E7DA-469F-BB61-F0B5F08C2B2A}" dt="2026-01-10T17:22:01.378" v="760" actId="26606"/>
          <ac:cxnSpMkLst>
            <pc:docMk/>
            <pc:sldMk cId="737758115" sldId="260"/>
            <ac:cxnSpMk id="32" creationId="{18CC7CE6-73AD-436F-BC95-066CC9506503}"/>
          </ac:cxnSpMkLst>
        </pc:cxnChg>
        <pc:cxnChg chg="add">
          <ac:chgData name="miri chavay" userId="5dd12e99b5e698f7" providerId="LiveId" clId="{205375D9-E7DA-469F-BB61-F0B5F08C2B2A}" dt="2026-01-10T17:22:01.378" v="760" actId="26606"/>
          <ac:cxnSpMkLst>
            <pc:docMk/>
            <pc:sldMk cId="737758115" sldId="260"/>
            <ac:cxnSpMk id="34" creationId="{0192C383-6990-4C74-A5FF-EAB4A1EA2979}"/>
          </ac:cxnSpMkLst>
        </pc:cxnChg>
      </pc:sldChg>
      <pc:sldChg chg="addSp delSp modSp add mod setBg">
        <pc:chgData name="miri chavay" userId="5dd12e99b5e698f7" providerId="LiveId" clId="{205375D9-E7DA-469F-BB61-F0B5F08C2B2A}" dt="2026-01-10T18:31:03.896" v="954" actId="113"/>
        <pc:sldMkLst>
          <pc:docMk/>
          <pc:sldMk cId="1821495526" sldId="261"/>
        </pc:sldMkLst>
        <pc:spChg chg="mod ord">
          <ac:chgData name="miri chavay" userId="5dd12e99b5e698f7" providerId="LiveId" clId="{205375D9-E7DA-469F-BB61-F0B5F08C2B2A}" dt="2026-01-10T18:31:03.896" v="954" actId="113"/>
          <ac:spMkLst>
            <pc:docMk/>
            <pc:sldMk cId="1821495526" sldId="261"/>
            <ac:spMk id="2" creationId="{F7A178C4-B2EB-60B4-05DC-89C9A6C24084}"/>
          </ac:spMkLst>
        </pc:spChg>
        <pc:spChg chg="add">
          <ac:chgData name="miri chavay" userId="5dd12e99b5e698f7" providerId="LiveId" clId="{205375D9-E7DA-469F-BB61-F0B5F08C2B2A}" dt="2026-01-10T17:11:41.163" v="691" actId="26606"/>
          <ac:spMkLst>
            <pc:docMk/>
            <pc:sldMk cId="1821495526" sldId="261"/>
            <ac:spMk id="201" creationId="{2096EABF-579F-4307-8952-04905085F4C9}"/>
          </ac:spMkLst>
        </pc:spChg>
        <pc:spChg chg="add">
          <ac:chgData name="miri chavay" userId="5dd12e99b5e698f7" providerId="LiveId" clId="{205375D9-E7DA-469F-BB61-F0B5F08C2B2A}" dt="2026-01-10T17:11:41.163" v="691" actId="26606"/>
          <ac:spMkLst>
            <pc:docMk/>
            <pc:sldMk cId="1821495526" sldId="261"/>
            <ac:spMk id="202" creationId="{233D9D3E-2FB8-42AA-B5E5-1EAB4DA92074}"/>
          </ac:spMkLst>
        </pc:spChg>
        <pc:picChg chg="add mod">
          <ac:chgData name="miri chavay" userId="5dd12e99b5e698f7" providerId="LiveId" clId="{205375D9-E7DA-469F-BB61-F0B5F08C2B2A}" dt="2026-01-10T17:12:44.368" v="705" actId="14100"/>
          <ac:picMkLst>
            <pc:docMk/>
            <pc:sldMk cId="1821495526" sldId="261"/>
            <ac:picMk id="28" creationId="{25205A15-FFA4-6F08-FA57-6EDED020EB97}"/>
          </ac:picMkLst>
        </pc:picChg>
        <pc:cxnChg chg="add">
          <ac:chgData name="miri chavay" userId="5dd12e99b5e698f7" providerId="LiveId" clId="{205375D9-E7DA-469F-BB61-F0B5F08C2B2A}" dt="2026-01-10T17:11:41.163" v="691" actId="26606"/>
          <ac:cxnSpMkLst>
            <pc:docMk/>
            <pc:sldMk cId="1821495526" sldId="261"/>
            <ac:cxnSpMk id="194" creationId="{4436E0F2-A64B-471E-93C0-8DFE08CC57C8}"/>
          </ac:cxnSpMkLst>
        </pc:cxnChg>
        <pc:cxnChg chg="add">
          <ac:chgData name="miri chavay" userId="5dd12e99b5e698f7" providerId="LiveId" clId="{205375D9-E7DA-469F-BB61-F0B5F08C2B2A}" dt="2026-01-10T17:11:41.163" v="691" actId="26606"/>
          <ac:cxnSpMkLst>
            <pc:docMk/>
            <pc:sldMk cId="1821495526" sldId="261"/>
            <ac:cxnSpMk id="196" creationId="{26D66059-832F-40B6-A35F-F56C8F38A1E7}"/>
          </ac:cxnSpMkLst>
        </pc:cxnChg>
      </pc:sldChg>
      <pc:sldChg chg="addSp delSp modSp add mod ord setBg addAnim delAnim">
        <pc:chgData name="miri chavay" userId="5dd12e99b5e698f7" providerId="LiveId" clId="{205375D9-E7DA-469F-BB61-F0B5F08C2B2A}" dt="2026-01-11T17:40:34.924" v="1795" actId="20577"/>
        <pc:sldMkLst>
          <pc:docMk/>
          <pc:sldMk cId="4203968959" sldId="262"/>
        </pc:sldMkLst>
        <pc:spChg chg="mod ord">
          <ac:chgData name="miri chavay" userId="5dd12e99b5e698f7" providerId="LiveId" clId="{205375D9-E7DA-469F-BB61-F0B5F08C2B2A}" dt="2026-01-11T17:40:34.924" v="1795" actId="20577"/>
          <ac:spMkLst>
            <pc:docMk/>
            <pc:sldMk cId="4203968959" sldId="262"/>
            <ac:spMk id="2" creationId="{1836C679-ADC8-FA20-9326-1817320764D2}"/>
          </ac:spMkLst>
        </pc:spChg>
        <pc:spChg chg="add del">
          <ac:chgData name="miri chavay" userId="5dd12e99b5e698f7" providerId="LiveId" clId="{205375D9-E7DA-469F-BB61-F0B5F08C2B2A}" dt="2026-01-11T17:31:28.633" v="1614" actId="26606"/>
          <ac:spMkLst>
            <pc:docMk/>
            <pc:sldMk cId="4203968959" sldId="262"/>
            <ac:spMk id="23" creationId="{2096EABF-579F-4307-8952-04905085F4C9}"/>
          </ac:spMkLst>
        </pc:spChg>
        <pc:spChg chg="add del">
          <ac:chgData name="miri chavay" userId="5dd12e99b5e698f7" providerId="LiveId" clId="{205375D9-E7DA-469F-BB61-F0B5F08C2B2A}" dt="2026-01-11T17:31:28.633" v="1614" actId="26606"/>
          <ac:spMkLst>
            <pc:docMk/>
            <pc:sldMk cId="4203968959" sldId="262"/>
            <ac:spMk id="25" creationId="{233D9D3E-2FB8-42AA-B5E5-1EAB4DA92074}"/>
          </ac:spMkLst>
        </pc:spChg>
        <pc:spChg chg="add del">
          <ac:chgData name="miri chavay" userId="5dd12e99b5e698f7" providerId="LiveId" clId="{205375D9-E7DA-469F-BB61-F0B5F08C2B2A}" dt="2026-01-11T17:31:49.774" v="1618" actId="26606"/>
          <ac:spMkLst>
            <pc:docMk/>
            <pc:sldMk cId="4203968959" sldId="262"/>
            <ac:spMk id="44" creationId="{EA3B6404-C37D-4FE3-8124-9FC5ECE56273}"/>
          </ac:spMkLst>
        </pc:spChg>
        <pc:spChg chg="add del">
          <ac:chgData name="miri chavay" userId="5dd12e99b5e698f7" providerId="LiveId" clId="{205375D9-E7DA-469F-BB61-F0B5F08C2B2A}" dt="2026-01-11T17:31:49.774" v="1618" actId="26606"/>
          <ac:spMkLst>
            <pc:docMk/>
            <pc:sldMk cId="4203968959" sldId="262"/>
            <ac:spMk id="45" creationId="{ED61EC8C-9F54-4671-8E82-4AE6101D6C84}"/>
          </ac:spMkLst>
        </pc:spChg>
        <pc:spChg chg="add">
          <ac:chgData name="miri chavay" userId="5dd12e99b5e698f7" providerId="LiveId" clId="{205375D9-E7DA-469F-BB61-F0B5F08C2B2A}" dt="2026-01-11T17:31:49.774" v="1618" actId="26606"/>
          <ac:spMkLst>
            <pc:docMk/>
            <pc:sldMk cId="4203968959" sldId="262"/>
            <ac:spMk id="66" creationId="{2096EABF-579F-4307-8952-04905085F4C9}"/>
          </ac:spMkLst>
        </pc:spChg>
        <pc:spChg chg="add">
          <ac:chgData name="miri chavay" userId="5dd12e99b5e698f7" providerId="LiveId" clId="{205375D9-E7DA-469F-BB61-F0B5F08C2B2A}" dt="2026-01-11T17:31:49.774" v="1618" actId="26606"/>
          <ac:spMkLst>
            <pc:docMk/>
            <pc:sldMk cId="4203968959" sldId="262"/>
            <ac:spMk id="68" creationId="{233D9D3E-2FB8-42AA-B5E5-1EAB4DA92074}"/>
          </ac:spMkLst>
        </pc:spChg>
        <pc:picChg chg="add del mod">
          <ac:chgData name="miri chavay" userId="5dd12e99b5e698f7" providerId="LiveId" clId="{205375D9-E7DA-469F-BB61-F0B5F08C2B2A}" dt="2026-01-11T17:31:52.962" v="1620" actId="478"/>
          <ac:picMkLst>
            <pc:docMk/>
            <pc:sldMk cId="4203968959" sldId="262"/>
            <ac:picMk id="4" creationId="{B3EFFB73-ABE2-A6F2-2E0C-5B18FF590E2C}"/>
          </ac:picMkLst>
        </pc:picChg>
        <pc:picChg chg="add del mod">
          <ac:chgData name="miri chavay" userId="5dd12e99b5e698f7" providerId="LiveId" clId="{205375D9-E7DA-469F-BB61-F0B5F08C2B2A}" dt="2026-01-11T17:39:29.464" v="1780" actId="478"/>
          <ac:picMkLst>
            <pc:docMk/>
            <pc:sldMk cId="4203968959" sldId="262"/>
            <ac:picMk id="6" creationId="{9119F61E-EEED-A3BE-A64D-05541F9537AA}"/>
          </ac:picMkLst>
        </pc:picChg>
        <pc:picChg chg="add mod">
          <ac:chgData name="miri chavay" userId="5dd12e99b5e698f7" providerId="LiveId" clId="{205375D9-E7DA-469F-BB61-F0B5F08C2B2A}" dt="2026-01-11T17:40:06.177" v="1785" actId="1076"/>
          <ac:picMkLst>
            <pc:docMk/>
            <pc:sldMk cId="4203968959" sldId="262"/>
            <ac:picMk id="8" creationId="{7EDDF19E-DD2C-8D99-4D2E-EE4E259A20A7}"/>
          </ac:picMkLst>
        </pc:picChg>
        <pc:cxnChg chg="add del">
          <ac:chgData name="miri chavay" userId="5dd12e99b5e698f7" providerId="LiveId" clId="{205375D9-E7DA-469F-BB61-F0B5F08C2B2A}" dt="2026-01-11T17:31:28.633" v="1614" actId="26606"/>
          <ac:cxnSpMkLst>
            <pc:docMk/>
            <pc:sldMk cId="4203968959" sldId="262"/>
            <ac:cxnSpMk id="11" creationId="{DC1E3AB1-2A8C-4607-9FAE-D8BDB280FE1A}"/>
          </ac:cxnSpMkLst>
        </pc:cxnChg>
        <pc:cxnChg chg="add del">
          <ac:chgData name="miri chavay" userId="5dd12e99b5e698f7" providerId="LiveId" clId="{205375D9-E7DA-469F-BB61-F0B5F08C2B2A}" dt="2026-01-11T17:31:28.633" v="1614" actId="26606"/>
          <ac:cxnSpMkLst>
            <pc:docMk/>
            <pc:sldMk cId="4203968959" sldId="262"/>
            <ac:cxnSpMk id="13" creationId="{26D66059-832F-40B6-A35F-F56C8F38A1E7}"/>
          </ac:cxnSpMkLst>
        </pc:cxnChg>
        <pc:cxnChg chg="add">
          <ac:chgData name="miri chavay" userId="5dd12e99b5e698f7" providerId="LiveId" clId="{205375D9-E7DA-469F-BB61-F0B5F08C2B2A}" dt="2026-01-11T17:31:14.184" v="1612" actId="26606"/>
          <ac:cxnSpMkLst>
            <pc:docMk/>
            <pc:sldMk cId="4203968959" sldId="262"/>
            <ac:cxnSpMk id="15" creationId="{A515E2ED-7EA9-448D-83FA-54C3DF9723BD}"/>
          </ac:cxnSpMkLst>
        </pc:cxnChg>
        <pc:cxnChg chg="add del">
          <ac:chgData name="miri chavay" userId="5dd12e99b5e698f7" providerId="LiveId" clId="{205375D9-E7DA-469F-BB61-F0B5F08C2B2A}" dt="2026-01-11T17:31:28.633" v="1614" actId="26606"/>
          <ac:cxnSpMkLst>
            <pc:docMk/>
            <pc:sldMk cId="4203968959" sldId="262"/>
            <ac:cxnSpMk id="29" creationId="{E35C1B90-3208-4854-BFDE-310A02639FF6}"/>
          </ac:cxnSpMkLst>
        </pc:cxnChg>
        <pc:cxnChg chg="add del">
          <ac:chgData name="miri chavay" userId="5dd12e99b5e698f7" providerId="LiveId" clId="{205375D9-E7DA-469F-BB61-F0B5F08C2B2A}" dt="2026-01-11T17:31:28.633" v="1614" actId="26606"/>
          <ac:cxnSpMkLst>
            <pc:docMk/>
            <pc:sldMk cId="4203968959" sldId="262"/>
            <ac:cxnSpMk id="31" creationId="{BFB20B9B-B58D-4A05-87A2-6F8C78BD7CB2}"/>
          </ac:cxnSpMkLst>
        </pc:cxnChg>
        <pc:cxnChg chg="del">
          <ac:chgData name="miri chavay" userId="5dd12e99b5e698f7" providerId="LiveId" clId="{205375D9-E7DA-469F-BB61-F0B5F08C2B2A}" dt="2026-01-11T17:31:28.633" v="1614" actId="26606"/>
          <ac:cxnSpMkLst>
            <pc:docMk/>
            <pc:sldMk cId="4203968959" sldId="262"/>
            <ac:cxnSpMk id="33" creationId="{18CC7CE6-73AD-436F-BC95-066CC9506503}"/>
          </ac:cxnSpMkLst>
        </pc:cxnChg>
        <pc:cxnChg chg="add del">
          <ac:chgData name="miri chavay" userId="5dd12e99b5e698f7" providerId="LiveId" clId="{205375D9-E7DA-469F-BB61-F0B5F08C2B2A}" dt="2026-01-11T17:31:28.633" v="1614" actId="26606"/>
          <ac:cxnSpMkLst>
            <pc:docMk/>
            <pc:sldMk cId="4203968959" sldId="262"/>
            <ac:cxnSpMk id="35" creationId="{0192C383-6990-4C74-A5FF-EAB4A1EA2979}"/>
          </ac:cxnSpMkLst>
        </pc:cxnChg>
        <pc:cxnChg chg="add">
          <ac:chgData name="miri chavay" userId="5dd12e99b5e698f7" providerId="LiveId" clId="{205375D9-E7DA-469F-BB61-F0B5F08C2B2A}" dt="2026-01-11T17:31:28.647" v="1615" actId="26606"/>
          <ac:cxnSpMkLst>
            <pc:docMk/>
            <pc:sldMk cId="4203968959" sldId="262"/>
            <ac:cxnSpMk id="37" creationId="{4436E0F2-A64B-471E-93C0-8DFE08CC57C8}"/>
          </ac:cxnSpMkLst>
        </pc:cxnChg>
        <pc:cxnChg chg="add">
          <ac:chgData name="miri chavay" userId="5dd12e99b5e698f7" providerId="LiveId" clId="{205375D9-E7DA-469F-BB61-F0B5F08C2B2A}" dt="2026-01-11T17:31:28.647" v="1615" actId="26606"/>
          <ac:cxnSpMkLst>
            <pc:docMk/>
            <pc:sldMk cId="4203968959" sldId="262"/>
            <ac:cxnSpMk id="38" creationId="{DC1E3AB1-2A8C-4607-9FAE-D8BDB280FE1A}"/>
          </ac:cxnSpMkLst>
        </pc:cxnChg>
        <pc:cxnChg chg="add">
          <ac:chgData name="miri chavay" userId="5dd12e99b5e698f7" providerId="LiveId" clId="{205375D9-E7DA-469F-BB61-F0B5F08C2B2A}" dt="2026-01-11T17:31:28.647" v="1615" actId="26606"/>
          <ac:cxnSpMkLst>
            <pc:docMk/>
            <pc:sldMk cId="4203968959" sldId="262"/>
            <ac:cxnSpMk id="39" creationId="{26D66059-832F-40B6-A35F-F56C8F38A1E7}"/>
          </ac:cxnSpMkLst>
        </pc:cxnChg>
        <pc:cxnChg chg="add">
          <ac:chgData name="miri chavay" userId="5dd12e99b5e698f7" providerId="LiveId" clId="{205375D9-E7DA-469F-BB61-F0B5F08C2B2A}" dt="2026-01-11T17:31:28.647" v="1615" actId="26606"/>
          <ac:cxnSpMkLst>
            <pc:docMk/>
            <pc:sldMk cId="4203968959" sldId="262"/>
            <ac:cxnSpMk id="40" creationId="{A515E2ED-7EA9-448D-83FA-54C3DF9723BD}"/>
          </ac:cxnSpMkLst>
        </pc:cxnChg>
        <pc:cxnChg chg="add">
          <ac:chgData name="miri chavay" userId="5dd12e99b5e698f7" providerId="LiveId" clId="{205375D9-E7DA-469F-BB61-F0B5F08C2B2A}" dt="2026-01-11T17:31:28.647" v="1615" actId="26606"/>
          <ac:cxnSpMkLst>
            <pc:docMk/>
            <pc:sldMk cId="4203968959" sldId="262"/>
            <ac:cxnSpMk id="46" creationId="{8557940A-71CE-48E1-BD71-2BEF15613C87}"/>
          </ac:cxnSpMkLst>
        </pc:cxnChg>
        <pc:cxnChg chg="add">
          <ac:chgData name="miri chavay" userId="5dd12e99b5e698f7" providerId="LiveId" clId="{205375D9-E7DA-469F-BB61-F0B5F08C2B2A}" dt="2026-01-11T17:31:28.647" v="1615" actId="26606"/>
          <ac:cxnSpMkLst>
            <pc:docMk/>
            <pc:sldMk cId="4203968959" sldId="262"/>
            <ac:cxnSpMk id="47" creationId="{4777C915-01E5-4C85-B3BF-7BF7CC3FEFE2}"/>
          </ac:cxnSpMkLst>
        </pc:cxnChg>
        <pc:cxnChg chg="add">
          <ac:chgData name="miri chavay" userId="5dd12e99b5e698f7" providerId="LiveId" clId="{205375D9-E7DA-469F-BB61-F0B5F08C2B2A}" dt="2026-01-11T17:31:49.774" v="1618" actId="26606"/>
          <ac:cxnSpMkLst>
            <pc:docMk/>
            <pc:sldMk cId="4203968959" sldId="262"/>
            <ac:cxnSpMk id="58" creationId="{A515E2ED-7EA9-448D-83FA-54C3DF9723BD}"/>
          </ac:cxnSpMkLst>
        </pc:cxnChg>
        <pc:cxnChg chg="add">
          <ac:chgData name="miri chavay" userId="5dd12e99b5e698f7" providerId="LiveId" clId="{205375D9-E7DA-469F-BB61-F0B5F08C2B2A}" dt="2026-01-11T17:31:49.774" v="1618" actId="26606"/>
          <ac:cxnSpMkLst>
            <pc:docMk/>
            <pc:sldMk cId="4203968959" sldId="262"/>
            <ac:cxnSpMk id="72" creationId="{E35C1B90-3208-4854-BFDE-310A02639FF6}"/>
          </ac:cxnSpMkLst>
        </pc:cxnChg>
        <pc:cxnChg chg="add">
          <ac:chgData name="miri chavay" userId="5dd12e99b5e698f7" providerId="LiveId" clId="{205375D9-E7DA-469F-BB61-F0B5F08C2B2A}" dt="2026-01-11T17:31:49.774" v="1618" actId="26606"/>
          <ac:cxnSpMkLst>
            <pc:docMk/>
            <pc:sldMk cId="4203968959" sldId="262"/>
            <ac:cxnSpMk id="74" creationId="{BFB20B9B-B58D-4A05-87A2-6F8C78BD7CB2}"/>
          </ac:cxnSpMkLst>
        </pc:cxnChg>
        <pc:cxnChg chg="add">
          <ac:chgData name="miri chavay" userId="5dd12e99b5e698f7" providerId="LiveId" clId="{205375D9-E7DA-469F-BB61-F0B5F08C2B2A}" dt="2026-01-11T17:31:49.774" v="1618" actId="26606"/>
          <ac:cxnSpMkLst>
            <pc:docMk/>
            <pc:sldMk cId="4203968959" sldId="262"/>
            <ac:cxnSpMk id="76" creationId="{18CC7CE6-73AD-436F-BC95-066CC9506503}"/>
          </ac:cxnSpMkLst>
        </pc:cxnChg>
      </pc:sldChg>
      <pc:sldChg chg="addSp delSp modSp add mod setBg">
        <pc:chgData name="miri chavay" userId="5dd12e99b5e698f7" providerId="LiveId" clId="{205375D9-E7DA-469F-BB61-F0B5F08C2B2A}" dt="2026-01-11T17:32:50.469" v="1631" actId="403"/>
        <pc:sldMkLst>
          <pc:docMk/>
          <pc:sldMk cId="1142978611" sldId="263"/>
        </pc:sldMkLst>
        <pc:spChg chg="mod">
          <ac:chgData name="miri chavay" userId="5dd12e99b5e698f7" providerId="LiveId" clId="{205375D9-E7DA-469F-BB61-F0B5F08C2B2A}" dt="2026-01-11T17:32:50.469" v="1631" actId="403"/>
          <ac:spMkLst>
            <pc:docMk/>
            <pc:sldMk cId="1142978611" sldId="263"/>
            <ac:spMk id="2" creationId="{C1487ED7-9FDD-A4C4-AF9D-F9999AE3C1EB}"/>
          </ac:spMkLst>
        </pc:spChg>
        <pc:spChg chg="add">
          <ac:chgData name="miri chavay" userId="5dd12e99b5e698f7" providerId="LiveId" clId="{205375D9-E7DA-469F-BB61-F0B5F08C2B2A}" dt="2026-01-11T17:08:52.271" v="1301" actId="26606"/>
          <ac:spMkLst>
            <pc:docMk/>
            <pc:sldMk cId="1142978611" sldId="263"/>
            <ac:spMk id="22" creationId="{2096EABF-579F-4307-8952-04905085F4C9}"/>
          </ac:spMkLst>
        </pc:spChg>
        <pc:spChg chg="add">
          <ac:chgData name="miri chavay" userId="5dd12e99b5e698f7" providerId="LiveId" clId="{205375D9-E7DA-469F-BB61-F0B5F08C2B2A}" dt="2026-01-11T17:08:52.271" v="1301" actId="26606"/>
          <ac:spMkLst>
            <pc:docMk/>
            <pc:sldMk cId="1142978611" sldId="263"/>
            <ac:spMk id="24" creationId="{233D9D3E-2FB8-42AA-B5E5-1EAB4DA92074}"/>
          </ac:spMkLst>
        </pc:spChg>
        <pc:picChg chg="add del">
          <ac:chgData name="miri chavay" userId="5dd12e99b5e698f7" providerId="LiveId" clId="{205375D9-E7DA-469F-BB61-F0B5F08C2B2A}" dt="2026-01-11T17:08:54.916" v="1302" actId="478"/>
          <ac:picMkLst>
            <pc:docMk/>
            <pc:sldMk cId="1142978611" sldId="263"/>
            <ac:picMk id="4" creationId="{81F4A321-0388-8493-A10F-EB8D00BF9674}"/>
          </ac:picMkLst>
        </pc:picChg>
        <pc:picChg chg="add mod">
          <ac:chgData name="miri chavay" userId="5dd12e99b5e698f7" providerId="LiveId" clId="{205375D9-E7DA-469F-BB61-F0B5F08C2B2A}" dt="2026-01-11T17:15:54.123" v="1386" actId="1038"/>
          <ac:picMkLst>
            <pc:docMk/>
            <pc:sldMk cId="1142978611" sldId="263"/>
            <ac:picMk id="5" creationId="{750D6DF0-DBD7-AD99-B215-0D49DE79DFDE}"/>
          </ac:picMkLst>
        </pc:picChg>
        <pc:picChg chg="add mod">
          <ac:chgData name="miri chavay" userId="5dd12e99b5e698f7" providerId="LiveId" clId="{205375D9-E7DA-469F-BB61-F0B5F08C2B2A}" dt="2026-01-11T17:15:51.279" v="1380" actId="1038"/>
          <ac:picMkLst>
            <pc:docMk/>
            <pc:sldMk cId="1142978611" sldId="263"/>
            <ac:picMk id="7" creationId="{1E7DB45F-217D-4A60-069E-0569CF538DAF}"/>
          </ac:picMkLst>
        </pc:picChg>
        <pc:cxnChg chg="add">
          <ac:chgData name="miri chavay" userId="5dd12e99b5e698f7" providerId="LiveId" clId="{205375D9-E7DA-469F-BB61-F0B5F08C2B2A}" dt="2026-01-11T17:08:52.271" v="1301" actId="26606"/>
          <ac:cxnSpMkLst>
            <pc:docMk/>
            <pc:sldMk cId="1142978611" sldId="263"/>
            <ac:cxnSpMk id="10" creationId="{DC1E3AB1-2A8C-4607-9FAE-D8BDB280FE1A}"/>
          </ac:cxnSpMkLst>
        </pc:cxnChg>
        <pc:cxnChg chg="add">
          <ac:chgData name="miri chavay" userId="5dd12e99b5e698f7" providerId="LiveId" clId="{205375D9-E7DA-469F-BB61-F0B5F08C2B2A}" dt="2026-01-11T17:08:52.271" v="1301" actId="26606"/>
          <ac:cxnSpMkLst>
            <pc:docMk/>
            <pc:sldMk cId="1142978611" sldId="263"/>
            <ac:cxnSpMk id="12" creationId="{26D66059-832F-40B6-A35F-F56C8F38A1E7}"/>
          </ac:cxnSpMkLst>
        </pc:cxnChg>
        <pc:cxnChg chg="add">
          <ac:chgData name="miri chavay" userId="5dd12e99b5e698f7" providerId="LiveId" clId="{205375D9-E7DA-469F-BB61-F0B5F08C2B2A}" dt="2026-01-11T17:08:52.271" v="1301" actId="26606"/>
          <ac:cxnSpMkLst>
            <pc:docMk/>
            <pc:sldMk cId="1142978611" sldId="263"/>
            <ac:cxnSpMk id="18" creationId="{28CD9F06-9628-469C-B788-A894E3E08281}"/>
          </ac:cxnSpMkLst>
        </pc:cxnChg>
        <pc:cxnChg chg="add">
          <ac:chgData name="miri chavay" userId="5dd12e99b5e698f7" providerId="LiveId" clId="{205375D9-E7DA-469F-BB61-F0B5F08C2B2A}" dt="2026-01-11T17:08:52.271" v="1301" actId="26606"/>
          <ac:cxnSpMkLst>
            <pc:docMk/>
            <pc:sldMk cId="1142978611" sldId="263"/>
            <ac:cxnSpMk id="28" creationId="{E35C1B90-3208-4854-BFDE-310A02639FF6}"/>
          </ac:cxnSpMkLst>
        </pc:cxnChg>
        <pc:cxnChg chg="add">
          <ac:chgData name="miri chavay" userId="5dd12e99b5e698f7" providerId="LiveId" clId="{205375D9-E7DA-469F-BB61-F0B5F08C2B2A}" dt="2026-01-11T17:08:52.271" v="1301" actId="26606"/>
          <ac:cxnSpMkLst>
            <pc:docMk/>
            <pc:sldMk cId="1142978611" sldId="263"/>
            <ac:cxnSpMk id="32" creationId="{18CC7CE6-73AD-436F-BC95-066CC9506503}"/>
          </ac:cxnSpMkLst>
        </pc:cxnChg>
        <pc:cxnChg chg="add">
          <ac:chgData name="miri chavay" userId="5dd12e99b5e698f7" providerId="LiveId" clId="{205375D9-E7DA-469F-BB61-F0B5F08C2B2A}" dt="2026-01-11T17:08:52.271" v="1301" actId="26606"/>
          <ac:cxnSpMkLst>
            <pc:docMk/>
            <pc:sldMk cId="1142978611" sldId="263"/>
            <ac:cxnSpMk id="34" creationId="{0192C383-6990-4C74-A5FF-EAB4A1EA2979}"/>
          </ac:cxnSpMkLst>
        </pc:cxnChg>
      </pc:sldChg>
      <pc:sldChg chg="addSp delSp modSp new mod setBg">
        <pc:chgData name="miri chavay" userId="5dd12e99b5e698f7" providerId="LiveId" clId="{205375D9-E7DA-469F-BB61-F0B5F08C2B2A}" dt="2026-01-10T16:06:56.464" v="430" actId="1076"/>
        <pc:sldMkLst>
          <pc:docMk/>
          <pc:sldMk cId="2662182418" sldId="264"/>
        </pc:sldMkLst>
        <pc:spChg chg="add mod">
          <ac:chgData name="miri chavay" userId="5dd12e99b5e698f7" providerId="LiveId" clId="{205375D9-E7DA-469F-BB61-F0B5F08C2B2A}" dt="2026-01-10T16:04:59.507" v="408" actId="26606"/>
          <ac:spMkLst>
            <pc:docMk/>
            <pc:sldMk cId="2662182418" sldId="264"/>
            <ac:spMk id="2" creationId="{5B5478AC-F1B7-5526-1AE0-8F6E0F89DAB4}"/>
          </ac:spMkLst>
        </pc:spChg>
        <pc:spChg chg="add mod">
          <ac:chgData name="miri chavay" userId="5dd12e99b5e698f7" providerId="LiveId" clId="{205375D9-E7DA-469F-BB61-F0B5F08C2B2A}" dt="2026-01-10T16:06:56.464" v="430" actId="1076"/>
          <ac:spMkLst>
            <pc:docMk/>
            <pc:sldMk cId="2662182418" sldId="264"/>
            <ac:spMk id="4" creationId="{44EEB4BF-5ECC-CE93-C527-5A1C8D5F26CB}"/>
          </ac:spMkLst>
        </pc:spChg>
      </pc:sldChg>
      <pc:sldChg chg="addSp delSp modSp add mod">
        <pc:chgData name="miri chavay" userId="5dd12e99b5e698f7" providerId="LiveId" clId="{205375D9-E7DA-469F-BB61-F0B5F08C2B2A}" dt="2026-01-11T17:59:40.811" v="2164" actId="20577"/>
        <pc:sldMkLst>
          <pc:docMk/>
          <pc:sldMk cId="2449709816" sldId="265"/>
        </pc:sldMkLst>
        <pc:spChg chg="mod">
          <ac:chgData name="miri chavay" userId="5dd12e99b5e698f7" providerId="LiveId" clId="{205375D9-E7DA-469F-BB61-F0B5F08C2B2A}" dt="2026-01-10T18:30:56.239" v="953" actId="113"/>
          <ac:spMkLst>
            <pc:docMk/>
            <pc:sldMk cId="2449709816" sldId="265"/>
            <ac:spMk id="2" creationId="{10604ED5-45AF-DC68-4BCD-09EDD88020FF}"/>
          </ac:spMkLst>
        </pc:spChg>
        <pc:spChg chg="add del mod">
          <ac:chgData name="miri chavay" userId="5dd12e99b5e698f7" providerId="LiveId" clId="{205375D9-E7DA-469F-BB61-F0B5F08C2B2A}" dt="2026-01-11T17:53:19.517" v="2076" actId="478"/>
          <ac:spMkLst>
            <pc:docMk/>
            <pc:sldMk cId="2449709816" sldId="265"/>
            <ac:spMk id="9" creationId="{AC7171CE-9466-820B-697F-4AC723BBA9A5}"/>
          </ac:spMkLst>
        </pc:spChg>
        <pc:spChg chg="add">
          <ac:chgData name="miri chavay" userId="5dd12e99b5e698f7" providerId="LiveId" clId="{205375D9-E7DA-469F-BB61-F0B5F08C2B2A}" dt="2026-01-11T17:51:18.010" v="2068"/>
          <ac:spMkLst>
            <pc:docMk/>
            <pc:sldMk cId="2449709816" sldId="265"/>
            <ac:spMk id="14" creationId="{493BA133-86F1-9340-0505-0EEAEA85349E}"/>
          </ac:spMkLst>
        </pc:spChg>
        <pc:spChg chg="add">
          <ac:chgData name="miri chavay" userId="5dd12e99b5e698f7" providerId="LiveId" clId="{205375D9-E7DA-469F-BB61-F0B5F08C2B2A}" dt="2026-01-11T17:52:57.251" v="2073"/>
          <ac:spMkLst>
            <pc:docMk/>
            <pc:sldMk cId="2449709816" sldId="265"/>
            <ac:spMk id="15" creationId="{36434FD5-122D-5C0B-2BAE-999A1AADEBD9}"/>
          </ac:spMkLst>
        </pc:spChg>
        <pc:spChg chg="add">
          <ac:chgData name="miri chavay" userId="5dd12e99b5e698f7" providerId="LiveId" clId="{205375D9-E7DA-469F-BB61-F0B5F08C2B2A}" dt="2026-01-11T17:53:33.010" v="2077"/>
          <ac:spMkLst>
            <pc:docMk/>
            <pc:sldMk cId="2449709816" sldId="265"/>
            <ac:spMk id="16" creationId="{F3EB221C-5C8B-D9F3-1C93-D8F9C526A8D7}"/>
          </ac:spMkLst>
        </pc:spChg>
        <pc:spChg chg="add del mod">
          <ac:chgData name="miri chavay" userId="5dd12e99b5e698f7" providerId="LiveId" clId="{205375D9-E7DA-469F-BB61-F0B5F08C2B2A}" dt="2026-01-11T17:54:00.528" v="2084" actId="478"/>
          <ac:spMkLst>
            <pc:docMk/>
            <pc:sldMk cId="2449709816" sldId="265"/>
            <ac:spMk id="18" creationId="{957C8F61-387B-FACE-30C0-3C656C5658EA}"/>
          </ac:spMkLst>
        </pc:spChg>
        <pc:spChg chg="add del mod">
          <ac:chgData name="miri chavay" userId="5dd12e99b5e698f7" providerId="LiveId" clId="{205375D9-E7DA-469F-BB61-F0B5F08C2B2A}" dt="2026-01-11T17:55:07.826" v="2098" actId="478"/>
          <ac:spMkLst>
            <pc:docMk/>
            <pc:sldMk cId="2449709816" sldId="265"/>
            <ac:spMk id="20" creationId="{DE6A69E2-8C4D-563B-964C-E5B271D7EC65}"/>
          </ac:spMkLst>
        </pc:spChg>
        <pc:spChg chg="add del mod">
          <ac:chgData name="miri chavay" userId="5dd12e99b5e698f7" providerId="LiveId" clId="{205375D9-E7DA-469F-BB61-F0B5F08C2B2A}" dt="2026-01-11T17:58:04.888" v="2122" actId="478"/>
          <ac:spMkLst>
            <pc:docMk/>
            <pc:sldMk cId="2449709816" sldId="265"/>
            <ac:spMk id="21" creationId="{4B8AD8CA-49C0-8192-2420-8CFEDDE75428}"/>
          </ac:spMkLst>
        </pc:spChg>
        <pc:spChg chg="add mod">
          <ac:chgData name="miri chavay" userId="5dd12e99b5e698f7" providerId="LiveId" clId="{205375D9-E7DA-469F-BB61-F0B5F08C2B2A}" dt="2026-01-11T17:59:40.811" v="2164" actId="20577"/>
          <ac:spMkLst>
            <pc:docMk/>
            <pc:sldMk cId="2449709816" sldId="265"/>
            <ac:spMk id="22" creationId="{40B388D7-387E-1D19-AD9B-C72EA78D6B0D}"/>
          </ac:spMkLst>
        </pc:spChg>
        <pc:picChg chg="add mod">
          <ac:chgData name="miri chavay" userId="5dd12e99b5e698f7" providerId="LiveId" clId="{205375D9-E7DA-469F-BB61-F0B5F08C2B2A}" dt="2026-01-11T17:49:03.157" v="2061" actId="1035"/>
          <ac:picMkLst>
            <pc:docMk/>
            <pc:sldMk cId="2449709816" sldId="265"/>
            <ac:picMk id="3" creationId="{A381BFCA-7ECC-38D5-E697-F90D6AF8665B}"/>
          </ac:picMkLst>
        </pc:picChg>
        <pc:picChg chg="add del mod">
          <ac:chgData name="miri chavay" userId="5dd12e99b5e698f7" providerId="LiveId" clId="{205375D9-E7DA-469F-BB61-F0B5F08C2B2A}" dt="2026-01-11T17:47:44.901" v="1988" actId="478"/>
          <ac:picMkLst>
            <pc:docMk/>
            <pc:sldMk cId="2449709816" sldId="265"/>
            <ac:picMk id="7" creationId="{7491EAC6-D2AF-81AD-9D44-D9C4A9C0145F}"/>
          </ac:picMkLst>
        </pc:picChg>
        <pc:picChg chg="add del mod">
          <ac:chgData name="miri chavay" userId="5dd12e99b5e698f7" providerId="LiveId" clId="{205375D9-E7DA-469F-BB61-F0B5F08C2B2A}" dt="2026-01-11T17:48:13.099" v="1994" actId="478"/>
          <ac:picMkLst>
            <pc:docMk/>
            <pc:sldMk cId="2449709816" sldId="265"/>
            <ac:picMk id="11" creationId="{B36CFC40-B40F-A53D-BD28-4257B325004D}"/>
          </ac:picMkLst>
        </pc:picChg>
        <pc:picChg chg="add mod">
          <ac:chgData name="miri chavay" userId="5dd12e99b5e698f7" providerId="LiveId" clId="{205375D9-E7DA-469F-BB61-F0B5F08C2B2A}" dt="2026-01-11T17:49:05.630" v="2067" actId="1035"/>
          <ac:picMkLst>
            <pc:docMk/>
            <pc:sldMk cId="2449709816" sldId="265"/>
            <ac:picMk id="13" creationId="{8AF89078-1E6F-B90D-587D-B892856EFEFA}"/>
          </ac:picMkLst>
        </pc:picChg>
      </pc:sldChg>
      <pc:sldChg chg="addSp delSp modSp add mod addAnim">
        <pc:chgData name="miri chavay" userId="5dd12e99b5e698f7" providerId="LiveId" clId="{205375D9-E7DA-469F-BB61-F0B5F08C2B2A}" dt="2026-01-10T18:30:46.508" v="952" actId="1076"/>
        <pc:sldMkLst>
          <pc:docMk/>
          <pc:sldMk cId="4104033057" sldId="266"/>
        </pc:sldMkLst>
        <pc:spChg chg="mod ord">
          <ac:chgData name="miri chavay" userId="5dd12e99b5e698f7" providerId="LiveId" clId="{205375D9-E7DA-469F-BB61-F0B5F08C2B2A}" dt="2026-01-10T18:30:46.508" v="952" actId="1076"/>
          <ac:spMkLst>
            <pc:docMk/>
            <pc:sldMk cId="4104033057" sldId="266"/>
            <ac:spMk id="2" creationId="{6B828C0A-41F0-9AE7-9504-537795E70624}"/>
          </ac:spMkLst>
        </pc:spChg>
        <pc:spChg chg="add">
          <ac:chgData name="miri chavay" userId="5dd12e99b5e698f7" providerId="LiveId" clId="{205375D9-E7DA-469F-BB61-F0B5F08C2B2A}" dt="2026-01-10T17:14:17.769" v="711" actId="26606"/>
          <ac:spMkLst>
            <pc:docMk/>
            <pc:sldMk cId="4104033057" sldId="266"/>
            <ac:spMk id="128" creationId="{2096EABF-579F-4307-8952-04905085F4C9}"/>
          </ac:spMkLst>
        </pc:spChg>
        <pc:spChg chg="add">
          <ac:chgData name="miri chavay" userId="5dd12e99b5e698f7" providerId="LiveId" clId="{205375D9-E7DA-469F-BB61-F0B5F08C2B2A}" dt="2026-01-10T17:14:17.769" v="711" actId="26606"/>
          <ac:spMkLst>
            <pc:docMk/>
            <pc:sldMk cId="4104033057" sldId="266"/>
            <ac:spMk id="130" creationId="{233D9D3E-2FB8-42AA-B5E5-1EAB4DA92074}"/>
          </ac:spMkLst>
        </pc:spChg>
        <pc:picChg chg="add mod">
          <ac:chgData name="miri chavay" userId="5dd12e99b5e698f7" providerId="LiveId" clId="{205375D9-E7DA-469F-BB61-F0B5F08C2B2A}" dt="2026-01-10T17:14:37.116" v="720" actId="1076"/>
          <ac:picMkLst>
            <pc:docMk/>
            <pc:sldMk cId="4104033057" sldId="266"/>
            <ac:picMk id="8" creationId="{85B59BE9-9188-88B1-0761-B99255FCACE4}"/>
          </ac:picMkLst>
        </pc:picChg>
        <pc:cxnChg chg="add">
          <ac:chgData name="miri chavay" userId="5dd12e99b5e698f7" providerId="LiveId" clId="{205375D9-E7DA-469F-BB61-F0B5F08C2B2A}" dt="2026-01-10T17:14:17.769" v="711" actId="26606"/>
          <ac:cxnSpMkLst>
            <pc:docMk/>
            <pc:sldMk cId="4104033057" sldId="266"/>
            <ac:cxnSpMk id="134" creationId="{E35C1B90-3208-4854-BFDE-310A02639FF6}"/>
          </ac:cxnSpMkLst>
        </pc:cxnChg>
        <pc:cxnChg chg="add">
          <ac:chgData name="miri chavay" userId="5dd12e99b5e698f7" providerId="LiveId" clId="{205375D9-E7DA-469F-BB61-F0B5F08C2B2A}" dt="2026-01-10T17:14:17.769" v="711" actId="26606"/>
          <ac:cxnSpMkLst>
            <pc:docMk/>
            <pc:sldMk cId="4104033057" sldId="266"/>
            <ac:cxnSpMk id="138" creationId="{18CC7CE6-73AD-436F-BC95-066CC9506503}"/>
          </ac:cxnSpMkLst>
        </pc:cxnChg>
      </pc:sldChg>
      <pc:sldChg chg="addSp delSp modSp add mod">
        <pc:chgData name="miri chavay" userId="5dd12e99b5e698f7" providerId="LiveId" clId="{205375D9-E7DA-469F-BB61-F0B5F08C2B2A}" dt="2026-01-12T09:50:26.929" v="2508" actId="20577"/>
        <pc:sldMkLst>
          <pc:docMk/>
          <pc:sldMk cId="2481062086" sldId="267"/>
        </pc:sldMkLst>
        <pc:spChg chg="mod">
          <ac:chgData name="miri chavay" userId="5dd12e99b5e698f7" providerId="LiveId" clId="{205375D9-E7DA-469F-BB61-F0B5F08C2B2A}" dt="2026-01-10T18:31:16.681" v="956" actId="113"/>
          <ac:spMkLst>
            <pc:docMk/>
            <pc:sldMk cId="2481062086" sldId="267"/>
            <ac:spMk id="2" creationId="{4AD40379-2D3B-18F2-A721-5F1FDD062646}"/>
          </ac:spMkLst>
        </pc:spChg>
        <pc:spChg chg="add del mod">
          <ac:chgData name="miri chavay" userId="5dd12e99b5e698f7" providerId="LiveId" clId="{205375D9-E7DA-469F-BB61-F0B5F08C2B2A}" dt="2026-01-12T09:45:41.973" v="2388" actId="478"/>
          <ac:spMkLst>
            <pc:docMk/>
            <pc:sldMk cId="2481062086" sldId="267"/>
            <ac:spMk id="9" creationId="{5AC9287A-C5A9-5F93-678E-7BC3A3906566}"/>
          </ac:spMkLst>
        </pc:spChg>
        <pc:spChg chg="add mod">
          <ac:chgData name="miri chavay" userId="5dd12e99b5e698f7" providerId="LiveId" clId="{205375D9-E7DA-469F-BB61-F0B5F08C2B2A}" dt="2026-01-12T09:50:26.929" v="2508" actId="20577"/>
          <ac:spMkLst>
            <pc:docMk/>
            <pc:sldMk cId="2481062086" sldId="267"/>
            <ac:spMk id="15" creationId="{943A085D-A863-F895-1FF2-7FE62BE6873A}"/>
          </ac:spMkLst>
        </pc:spChg>
        <pc:spChg chg="add">
          <ac:chgData name="miri chavay" userId="5dd12e99b5e698f7" providerId="LiveId" clId="{205375D9-E7DA-469F-BB61-F0B5F08C2B2A}" dt="2026-01-10T17:55:27.455" v="851" actId="26606"/>
          <ac:spMkLst>
            <pc:docMk/>
            <pc:sldMk cId="2481062086" sldId="267"/>
            <ac:spMk id="53" creationId="{EA3B6404-C37D-4FE3-8124-9FC5ECE56273}"/>
          </ac:spMkLst>
        </pc:spChg>
        <pc:spChg chg="add">
          <ac:chgData name="miri chavay" userId="5dd12e99b5e698f7" providerId="LiveId" clId="{205375D9-E7DA-469F-BB61-F0B5F08C2B2A}" dt="2026-01-10T17:55:27.455" v="851" actId="26606"/>
          <ac:spMkLst>
            <pc:docMk/>
            <pc:sldMk cId="2481062086" sldId="267"/>
            <ac:spMk id="57" creationId="{F67B5ED5-2C08-4519-B88A-E933BAA847AA}"/>
          </ac:spMkLst>
        </pc:spChg>
        <pc:picChg chg="add mod">
          <ac:chgData name="miri chavay" userId="5dd12e99b5e698f7" providerId="LiveId" clId="{205375D9-E7DA-469F-BB61-F0B5F08C2B2A}" dt="2026-01-12T09:44:41.805" v="2386" actId="1035"/>
          <ac:picMkLst>
            <pc:docMk/>
            <pc:sldMk cId="2481062086" sldId="267"/>
            <ac:picMk id="4" creationId="{65B1650C-5B2E-27E5-7867-91FFBE92ACF7}"/>
          </ac:picMkLst>
        </pc:picChg>
        <pc:picChg chg="add del mod">
          <ac:chgData name="miri chavay" userId="5dd12e99b5e698f7" providerId="LiveId" clId="{205375D9-E7DA-469F-BB61-F0B5F08C2B2A}" dt="2026-01-12T09:44:23.150" v="2371" actId="478"/>
          <ac:picMkLst>
            <pc:docMk/>
            <pc:sldMk cId="2481062086" sldId="267"/>
            <ac:picMk id="7" creationId="{193861A4-AB46-8CC3-C266-0C3D519A8A59}"/>
          </ac:picMkLst>
        </pc:picChg>
        <pc:picChg chg="add del mod">
          <ac:chgData name="miri chavay" userId="5dd12e99b5e698f7" providerId="LiveId" clId="{205375D9-E7DA-469F-BB61-F0B5F08C2B2A}" dt="2026-01-12T09:46:01.103" v="2392" actId="478"/>
          <ac:picMkLst>
            <pc:docMk/>
            <pc:sldMk cId="2481062086" sldId="267"/>
            <ac:picMk id="13" creationId="{573C761E-E74C-DDD7-213A-95D2064D8FC9}"/>
          </ac:picMkLst>
        </pc:picChg>
        <pc:picChg chg="add mod">
          <ac:chgData name="miri chavay" userId="5dd12e99b5e698f7" providerId="LiveId" clId="{205375D9-E7DA-469F-BB61-F0B5F08C2B2A}" dt="2026-01-12T09:46:41.927" v="2433" actId="1035"/>
          <ac:picMkLst>
            <pc:docMk/>
            <pc:sldMk cId="2481062086" sldId="267"/>
            <ac:picMk id="19" creationId="{9FC04C97-F330-F213-365D-8A091D854587}"/>
          </ac:picMkLst>
        </pc:picChg>
        <pc:cxnChg chg="add">
          <ac:chgData name="miri chavay" userId="5dd12e99b5e698f7" providerId="LiveId" clId="{205375D9-E7DA-469F-BB61-F0B5F08C2B2A}" dt="2026-01-10T17:55:27.455" v="851" actId="26606"/>
          <ac:cxnSpMkLst>
            <pc:docMk/>
            <pc:sldMk cId="2481062086" sldId="267"/>
            <ac:cxnSpMk id="49" creationId="{28CD9F06-9628-469C-B788-A894E3E08281}"/>
          </ac:cxnSpMkLst>
        </pc:cxnChg>
      </pc:sldChg>
      <pc:sldChg chg="addSp modSp add mod">
        <pc:chgData name="miri chavay" userId="5dd12e99b5e698f7" providerId="LiveId" clId="{205375D9-E7DA-469F-BB61-F0B5F08C2B2A}" dt="2026-01-10T18:31:10.167" v="955" actId="113"/>
        <pc:sldMkLst>
          <pc:docMk/>
          <pc:sldMk cId="1762791732" sldId="268"/>
        </pc:sldMkLst>
        <pc:spChg chg="mod">
          <ac:chgData name="miri chavay" userId="5dd12e99b5e698f7" providerId="LiveId" clId="{205375D9-E7DA-469F-BB61-F0B5F08C2B2A}" dt="2026-01-10T18:31:10.167" v="955" actId="113"/>
          <ac:spMkLst>
            <pc:docMk/>
            <pc:sldMk cId="1762791732" sldId="268"/>
            <ac:spMk id="2" creationId="{05B5A2B6-3C4C-6A8A-027E-CF50EC9EF40B}"/>
          </ac:spMkLst>
        </pc:spChg>
        <pc:picChg chg="add mod">
          <ac:chgData name="miri chavay" userId="5dd12e99b5e698f7" providerId="LiveId" clId="{205375D9-E7DA-469F-BB61-F0B5F08C2B2A}" dt="2026-01-10T17:36:03.300" v="847" actId="1076"/>
          <ac:picMkLst>
            <pc:docMk/>
            <pc:sldMk cId="1762791732" sldId="268"/>
            <ac:picMk id="4" creationId="{DD466A04-B557-1FAD-ECAE-0B2C533C343C}"/>
          </ac:picMkLst>
        </pc:picChg>
      </pc:sldChg>
      <pc:sldChg chg="addSp delSp modSp add mod">
        <pc:chgData name="miri chavay" userId="5dd12e99b5e698f7" providerId="LiveId" clId="{205375D9-E7DA-469F-BB61-F0B5F08C2B2A}" dt="2026-01-12T10:58:30.256" v="3270" actId="1038"/>
        <pc:sldMkLst>
          <pc:docMk/>
          <pc:sldMk cId="1936336517" sldId="269"/>
        </pc:sldMkLst>
        <pc:spChg chg="mod">
          <ac:chgData name="miri chavay" userId="5dd12e99b5e698f7" providerId="LiveId" clId="{205375D9-E7DA-469F-BB61-F0B5F08C2B2A}" dt="2026-01-10T18:31:37.710" v="958" actId="113"/>
          <ac:spMkLst>
            <pc:docMk/>
            <pc:sldMk cId="1936336517" sldId="269"/>
            <ac:spMk id="2" creationId="{38EEEADC-DAE4-FFE9-C532-AA3CA50F196B}"/>
          </ac:spMkLst>
        </pc:spChg>
        <pc:picChg chg="add del mod">
          <ac:chgData name="miri chavay" userId="5dd12e99b5e698f7" providerId="LiveId" clId="{205375D9-E7DA-469F-BB61-F0B5F08C2B2A}" dt="2026-01-12T10:58:15.346" v="3249" actId="478"/>
          <ac:picMkLst>
            <pc:docMk/>
            <pc:sldMk cId="1936336517" sldId="269"/>
            <ac:picMk id="4" creationId="{2A0220D3-2D0E-4621-915B-8D67B72E28DA}"/>
          </ac:picMkLst>
        </pc:picChg>
        <pc:picChg chg="add mod">
          <ac:chgData name="miri chavay" userId="5dd12e99b5e698f7" providerId="LiveId" clId="{205375D9-E7DA-469F-BB61-F0B5F08C2B2A}" dt="2026-01-12T10:58:30.256" v="3270" actId="1038"/>
          <ac:picMkLst>
            <pc:docMk/>
            <pc:sldMk cId="1936336517" sldId="269"/>
            <ac:picMk id="6" creationId="{C1E585D5-3FC0-F530-4F1B-CE3A3A2124C6}"/>
          </ac:picMkLst>
        </pc:picChg>
      </pc:sldChg>
      <pc:sldChg chg="addSp delSp modSp add mod">
        <pc:chgData name="miri chavay" userId="5dd12e99b5e698f7" providerId="LiveId" clId="{205375D9-E7DA-469F-BB61-F0B5F08C2B2A}" dt="2026-01-12T09:52:12.670" v="2616" actId="1036"/>
        <pc:sldMkLst>
          <pc:docMk/>
          <pc:sldMk cId="4130326508" sldId="270"/>
        </pc:sldMkLst>
        <pc:spChg chg="mod">
          <ac:chgData name="miri chavay" userId="5dd12e99b5e698f7" providerId="LiveId" clId="{205375D9-E7DA-469F-BB61-F0B5F08C2B2A}" dt="2026-01-10T18:51:22.872" v="1012" actId="207"/>
          <ac:spMkLst>
            <pc:docMk/>
            <pc:sldMk cId="4130326508" sldId="270"/>
            <ac:spMk id="2" creationId="{9A9D2866-6387-BC81-83DA-8670753C6ABC}"/>
          </ac:spMkLst>
        </pc:spChg>
        <pc:spChg chg="add">
          <ac:chgData name="miri chavay" userId="5dd12e99b5e698f7" providerId="LiveId" clId="{205375D9-E7DA-469F-BB61-F0B5F08C2B2A}" dt="2026-01-10T18:50:53.630" v="1009" actId="26606"/>
          <ac:spMkLst>
            <pc:docMk/>
            <pc:sldMk cId="4130326508" sldId="270"/>
            <ac:spMk id="159" creationId="{EA3B6404-C37D-4FE3-8124-9FC5ECE56273}"/>
          </ac:spMkLst>
        </pc:spChg>
        <pc:spChg chg="add">
          <ac:chgData name="miri chavay" userId="5dd12e99b5e698f7" providerId="LiveId" clId="{205375D9-E7DA-469F-BB61-F0B5F08C2B2A}" dt="2026-01-10T18:50:53.630" v="1009" actId="26606"/>
          <ac:spMkLst>
            <pc:docMk/>
            <pc:sldMk cId="4130326508" sldId="270"/>
            <ac:spMk id="163" creationId="{F67B5ED5-2C08-4519-B88A-E933BAA847AA}"/>
          </ac:spMkLst>
        </pc:spChg>
        <pc:picChg chg="add mod">
          <ac:chgData name="miri chavay" userId="5dd12e99b5e698f7" providerId="LiveId" clId="{205375D9-E7DA-469F-BB61-F0B5F08C2B2A}" dt="2026-01-12T09:52:01.074" v="2593" actId="1036"/>
          <ac:picMkLst>
            <pc:docMk/>
            <pc:sldMk cId="4130326508" sldId="270"/>
            <ac:picMk id="6" creationId="{9A658509-5792-A30B-A370-BB2832EE4EB8}"/>
          </ac:picMkLst>
        </pc:picChg>
        <pc:picChg chg="add mod">
          <ac:chgData name="miri chavay" userId="5dd12e99b5e698f7" providerId="LiveId" clId="{205375D9-E7DA-469F-BB61-F0B5F08C2B2A}" dt="2026-01-12T09:52:12.670" v="2616" actId="1036"/>
          <ac:picMkLst>
            <pc:docMk/>
            <pc:sldMk cId="4130326508" sldId="270"/>
            <ac:picMk id="8" creationId="{EA6D2AB0-505A-1FB7-E41A-A963B20CA6EE}"/>
          </ac:picMkLst>
        </pc:picChg>
        <pc:picChg chg="add mod">
          <ac:chgData name="miri chavay" userId="5dd12e99b5e698f7" providerId="LiveId" clId="{205375D9-E7DA-469F-BB61-F0B5F08C2B2A}" dt="2026-01-12T09:51:53.418" v="2563" actId="1035"/>
          <ac:picMkLst>
            <pc:docMk/>
            <pc:sldMk cId="4130326508" sldId="270"/>
            <ac:picMk id="10" creationId="{9490615A-6900-D89A-7094-B04B5815A853}"/>
          </ac:picMkLst>
        </pc:picChg>
        <pc:picChg chg="add mod">
          <ac:chgData name="miri chavay" userId="5dd12e99b5e698f7" providerId="LiveId" clId="{205375D9-E7DA-469F-BB61-F0B5F08C2B2A}" dt="2026-01-12T09:52:04.411" v="2605" actId="1036"/>
          <ac:picMkLst>
            <pc:docMk/>
            <pc:sldMk cId="4130326508" sldId="270"/>
            <ac:picMk id="12" creationId="{F79CC482-A597-1326-F5C4-8F105D23E0D9}"/>
          </ac:picMkLst>
        </pc:picChg>
        <pc:picChg chg="add mod">
          <ac:chgData name="miri chavay" userId="5dd12e99b5e698f7" providerId="LiveId" clId="{205375D9-E7DA-469F-BB61-F0B5F08C2B2A}" dt="2026-01-12T09:51:56.942" v="2578" actId="1036"/>
          <ac:picMkLst>
            <pc:docMk/>
            <pc:sldMk cId="4130326508" sldId="270"/>
            <ac:picMk id="14" creationId="{5082D7B4-1D43-3ABD-4550-C2E4D522EA80}"/>
          </ac:picMkLst>
        </pc:picChg>
        <pc:picChg chg="add mod">
          <ac:chgData name="miri chavay" userId="5dd12e99b5e698f7" providerId="LiveId" clId="{205375D9-E7DA-469F-BB61-F0B5F08C2B2A}" dt="2026-01-12T09:51:40.503" v="2526" actId="1036"/>
          <ac:picMkLst>
            <pc:docMk/>
            <pc:sldMk cId="4130326508" sldId="270"/>
            <ac:picMk id="16" creationId="{E8C84F66-A2B4-8501-E055-C99F8B5512A0}"/>
          </ac:picMkLst>
        </pc:picChg>
        <pc:picChg chg="add mod">
          <ac:chgData name="miri chavay" userId="5dd12e99b5e698f7" providerId="LiveId" clId="{205375D9-E7DA-469F-BB61-F0B5F08C2B2A}" dt="2026-01-12T09:51:46.080" v="2548" actId="1036"/>
          <ac:picMkLst>
            <pc:docMk/>
            <pc:sldMk cId="4130326508" sldId="270"/>
            <ac:picMk id="18" creationId="{8F2BA8C1-E0C5-49A8-1BE4-59CD167A3F28}"/>
          </ac:picMkLst>
        </pc:picChg>
        <pc:cxnChg chg="add">
          <ac:chgData name="miri chavay" userId="5dd12e99b5e698f7" providerId="LiveId" clId="{205375D9-E7DA-469F-BB61-F0B5F08C2B2A}" dt="2026-01-10T18:50:53.630" v="1009" actId="26606"/>
          <ac:cxnSpMkLst>
            <pc:docMk/>
            <pc:sldMk cId="4130326508" sldId="270"/>
            <ac:cxnSpMk id="169" creationId="{4E9EA87C-793F-4321-A0BC-4DB860289DD6}"/>
          </ac:cxnSpMkLst>
        </pc:cxnChg>
      </pc:sldChg>
      <pc:sldChg chg="addSp modSp add mod">
        <pc:chgData name="miri chavay" userId="5dd12e99b5e698f7" providerId="LiveId" clId="{205375D9-E7DA-469F-BB61-F0B5F08C2B2A}" dt="2026-01-10T18:33:59.026" v="1005" actId="1076"/>
        <pc:sldMkLst>
          <pc:docMk/>
          <pc:sldMk cId="1878020025" sldId="271"/>
        </pc:sldMkLst>
        <pc:spChg chg="mod">
          <ac:chgData name="miri chavay" userId="5dd12e99b5e698f7" providerId="LiveId" clId="{205375D9-E7DA-469F-BB61-F0B5F08C2B2A}" dt="2026-01-10T18:32:15.225" v="992" actId="20577"/>
          <ac:spMkLst>
            <pc:docMk/>
            <pc:sldMk cId="1878020025" sldId="271"/>
            <ac:spMk id="2" creationId="{01092021-C8AB-0179-023B-A2E0811E657E}"/>
          </ac:spMkLst>
        </pc:spChg>
        <pc:picChg chg="add mod">
          <ac:chgData name="miri chavay" userId="5dd12e99b5e698f7" providerId="LiveId" clId="{205375D9-E7DA-469F-BB61-F0B5F08C2B2A}" dt="2026-01-10T18:33:59.026" v="1005" actId="1076"/>
          <ac:picMkLst>
            <pc:docMk/>
            <pc:sldMk cId="1878020025" sldId="271"/>
            <ac:picMk id="4" creationId="{9473F84A-7864-9FEE-EF33-53BDFBFCE8C6}"/>
          </ac:picMkLst>
        </pc:picChg>
      </pc:sldChg>
      <pc:sldChg chg="addSp delSp modSp add mod">
        <pc:chgData name="miri chavay" userId="5dd12e99b5e698f7" providerId="LiveId" clId="{205375D9-E7DA-469F-BB61-F0B5F08C2B2A}" dt="2026-01-12T11:04:33.779" v="3427" actId="14100"/>
        <pc:sldMkLst>
          <pc:docMk/>
          <pc:sldMk cId="576311556" sldId="272"/>
        </pc:sldMkLst>
        <pc:spChg chg="add del mod">
          <ac:chgData name="miri chavay" userId="5dd12e99b5e698f7" providerId="LiveId" clId="{205375D9-E7DA-469F-BB61-F0B5F08C2B2A}" dt="2026-01-12T10:11:38.679" v="3021"/>
          <ac:spMkLst>
            <pc:docMk/>
            <pc:sldMk cId="576311556" sldId="272"/>
            <ac:spMk id="3" creationId="{E1CE3C1C-BF4B-8701-2F5A-56BF18168639}"/>
          </ac:spMkLst>
        </pc:spChg>
        <pc:spChg chg="add del mod">
          <ac:chgData name="miri chavay" userId="5dd12e99b5e698f7" providerId="LiveId" clId="{205375D9-E7DA-469F-BB61-F0B5F08C2B2A}" dt="2026-01-12T10:18:43.469" v="3245"/>
          <ac:spMkLst>
            <pc:docMk/>
            <pc:sldMk cId="576311556" sldId="272"/>
            <ac:spMk id="5" creationId="{08C7E0F3-5825-D1CE-245D-3A44D2069E5B}"/>
          </ac:spMkLst>
        </pc:spChg>
        <pc:spChg chg="add mod">
          <ac:chgData name="miri chavay" userId="5dd12e99b5e698f7" providerId="LiveId" clId="{205375D9-E7DA-469F-BB61-F0B5F08C2B2A}" dt="2026-01-12T11:04:33.779" v="3427" actId="14100"/>
          <ac:spMkLst>
            <pc:docMk/>
            <pc:sldMk cId="576311556" sldId="272"/>
            <ac:spMk id="7" creationId="{C535327C-D372-0BD8-5C7E-A368CC4F58A4}"/>
          </ac:spMkLst>
        </pc:spChg>
        <pc:spChg chg="add">
          <ac:chgData name="miri chavay" userId="5dd12e99b5e698f7" providerId="LiveId" clId="{205375D9-E7DA-469F-BB61-F0B5F08C2B2A}" dt="2026-01-12T11:04:11.847" v="3423"/>
          <ac:spMkLst>
            <pc:docMk/>
            <pc:sldMk cId="576311556" sldId="272"/>
            <ac:spMk id="9" creationId="{A1AB2968-20F7-DECA-528B-102B57A63244}"/>
          </ac:spMkLst>
        </pc:spChg>
        <pc:picChg chg="mod">
          <ac:chgData name="miri chavay" userId="5dd12e99b5e698f7" providerId="LiveId" clId="{205375D9-E7DA-469F-BB61-F0B5F08C2B2A}" dt="2026-01-12T11:02:19.358" v="3346" actId="1037"/>
          <ac:picMkLst>
            <pc:docMk/>
            <pc:sldMk cId="576311556" sldId="272"/>
            <ac:picMk id="4" creationId="{25788BEE-C636-D3F0-9766-C3180B7123F5}"/>
          </ac:picMkLst>
        </pc:picChg>
      </pc:sldChg>
      <pc:sldChg chg="addSp delSp modSp add mod">
        <pc:chgData name="miri chavay" userId="5dd12e99b5e698f7" providerId="LiveId" clId="{205375D9-E7DA-469F-BB61-F0B5F08C2B2A}" dt="2026-01-11T17:26:13.297" v="1511" actId="1036"/>
        <pc:sldMkLst>
          <pc:docMk/>
          <pc:sldMk cId="936093916" sldId="273"/>
        </pc:sldMkLst>
        <pc:spChg chg="mod">
          <ac:chgData name="miri chavay" userId="5dd12e99b5e698f7" providerId="LiveId" clId="{205375D9-E7DA-469F-BB61-F0B5F08C2B2A}" dt="2026-01-11T17:18:09.298" v="1394" actId="207"/>
          <ac:spMkLst>
            <pc:docMk/>
            <pc:sldMk cId="936093916" sldId="273"/>
            <ac:spMk id="2" creationId="{1A4366AC-3891-CB8A-76A9-E6AF9DA89B16}"/>
          </ac:spMkLst>
        </pc:spChg>
        <pc:spChg chg="add del mod">
          <ac:chgData name="miri chavay" userId="5dd12e99b5e698f7" providerId="LiveId" clId="{205375D9-E7DA-469F-BB61-F0B5F08C2B2A}" dt="2026-01-11T17:19:55.306" v="1406" actId="478"/>
          <ac:spMkLst>
            <pc:docMk/>
            <pc:sldMk cId="936093916" sldId="273"/>
            <ac:spMk id="7" creationId="{A798B1A8-0832-A3EF-FEAD-B0F7C8183154}"/>
          </ac:spMkLst>
        </pc:spChg>
        <pc:spChg chg="add mod">
          <ac:chgData name="miri chavay" userId="5dd12e99b5e698f7" providerId="LiveId" clId="{205375D9-E7DA-469F-BB61-F0B5F08C2B2A}" dt="2026-01-11T17:26:13.297" v="1511" actId="1036"/>
          <ac:spMkLst>
            <pc:docMk/>
            <pc:sldMk cId="936093916" sldId="273"/>
            <ac:spMk id="17" creationId="{9C05ABAE-931E-DD47-F8A9-439FD287EEC8}"/>
          </ac:spMkLst>
        </pc:spChg>
        <pc:spChg chg="del">
          <ac:chgData name="miri chavay" userId="5dd12e99b5e698f7" providerId="LiveId" clId="{205375D9-E7DA-469F-BB61-F0B5F08C2B2A}" dt="2026-01-11T17:17:41.440" v="1391" actId="26606"/>
          <ac:spMkLst>
            <pc:docMk/>
            <pc:sldMk cId="936093916" sldId="273"/>
            <ac:spMk id="22" creationId="{1A0B4B3E-46AC-7C30-F1EB-0C6070914F13}"/>
          </ac:spMkLst>
        </pc:spChg>
        <pc:spChg chg="del">
          <ac:chgData name="miri chavay" userId="5dd12e99b5e698f7" providerId="LiveId" clId="{205375D9-E7DA-469F-BB61-F0B5F08C2B2A}" dt="2026-01-11T17:17:41.440" v="1391" actId="26606"/>
          <ac:spMkLst>
            <pc:docMk/>
            <pc:sldMk cId="936093916" sldId="273"/>
            <ac:spMk id="24" creationId="{23C9EE79-7698-9D31-1D8C-4E7D8689B27F}"/>
          </ac:spMkLst>
        </pc:spChg>
        <pc:spChg chg="add">
          <ac:chgData name="miri chavay" userId="5dd12e99b5e698f7" providerId="LiveId" clId="{205375D9-E7DA-469F-BB61-F0B5F08C2B2A}" dt="2026-01-11T17:17:41.440" v="1391" actId="26606"/>
          <ac:spMkLst>
            <pc:docMk/>
            <pc:sldMk cId="936093916" sldId="273"/>
            <ac:spMk id="53" creationId="{EA3B6404-C37D-4FE3-8124-9FC5ECE56273}"/>
          </ac:spMkLst>
        </pc:spChg>
        <pc:spChg chg="add">
          <ac:chgData name="miri chavay" userId="5dd12e99b5e698f7" providerId="LiveId" clId="{205375D9-E7DA-469F-BB61-F0B5F08C2B2A}" dt="2026-01-11T17:17:41.440" v="1391" actId="26606"/>
          <ac:spMkLst>
            <pc:docMk/>
            <pc:sldMk cId="936093916" sldId="273"/>
            <ac:spMk id="57" creationId="{F67B5ED5-2C08-4519-B88A-E933BAA847AA}"/>
          </ac:spMkLst>
        </pc:spChg>
        <pc:picChg chg="add mod">
          <ac:chgData name="miri chavay" userId="5dd12e99b5e698f7" providerId="LiveId" clId="{205375D9-E7DA-469F-BB61-F0B5F08C2B2A}" dt="2026-01-11T17:18:56.708" v="1400" actId="14100"/>
          <ac:picMkLst>
            <pc:docMk/>
            <pc:sldMk cId="936093916" sldId="273"/>
            <ac:picMk id="4" creationId="{A700A8B4-1BD1-3506-75BC-117ABAA6EE91}"/>
          </ac:picMkLst>
        </pc:picChg>
        <pc:picChg chg="add mod">
          <ac:chgData name="miri chavay" userId="5dd12e99b5e698f7" providerId="LiveId" clId="{205375D9-E7DA-469F-BB61-F0B5F08C2B2A}" dt="2026-01-11T17:19:12.018" v="1403" actId="1076"/>
          <ac:picMkLst>
            <pc:docMk/>
            <pc:sldMk cId="936093916" sldId="273"/>
            <ac:picMk id="6" creationId="{40B4D4D1-0AA9-AFE3-9814-329C31AAE523}"/>
          </ac:picMkLst>
        </pc:picChg>
        <pc:picChg chg="add mod">
          <ac:chgData name="miri chavay" userId="5dd12e99b5e698f7" providerId="LiveId" clId="{205375D9-E7DA-469F-BB61-F0B5F08C2B2A}" dt="2026-01-11T17:22:14.319" v="1432" actId="1038"/>
          <ac:picMkLst>
            <pc:docMk/>
            <pc:sldMk cId="936093916" sldId="273"/>
            <ac:picMk id="11" creationId="{60662B82-3749-BB15-A5D1-8BDA67BF8106}"/>
          </ac:picMkLst>
        </pc:picChg>
        <pc:picChg chg="add mod">
          <ac:chgData name="miri chavay" userId="5dd12e99b5e698f7" providerId="LiveId" clId="{205375D9-E7DA-469F-BB61-F0B5F08C2B2A}" dt="2026-01-11T17:22:04.208" v="1420" actId="14100"/>
          <ac:picMkLst>
            <pc:docMk/>
            <pc:sldMk cId="936093916" sldId="273"/>
            <ac:picMk id="15" creationId="{6EBA4E46-C7E4-8EC7-0EF9-159B20F084BB}"/>
          </ac:picMkLst>
        </pc:picChg>
        <pc:cxnChg chg="add">
          <ac:chgData name="miri chavay" userId="5dd12e99b5e698f7" providerId="LiveId" clId="{205375D9-E7DA-469F-BB61-F0B5F08C2B2A}" dt="2026-01-11T17:17:41.440" v="1391" actId="26606"/>
          <ac:cxnSpMkLst>
            <pc:docMk/>
            <pc:sldMk cId="936093916" sldId="273"/>
            <ac:cxnSpMk id="45" creationId="{A515E2ED-7EA9-448D-83FA-54C3DF9723BD}"/>
          </ac:cxnSpMkLst>
        </pc:cxnChg>
        <pc:cxnChg chg="add">
          <ac:chgData name="miri chavay" userId="5dd12e99b5e698f7" providerId="LiveId" clId="{205375D9-E7DA-469F-BB61-F0B5F08C2B2A}" dt="2026-01-11T17:17:41.440" v="1391" actId="26606"/>
          <ac:cxnSpMkLst>
            <pc:docMk/>
            <pc:sldMk cId="936093916" sldId="273"/>
            <ac:cxnSpMk id="51" creationId="{8550A431-0B61-421B-B4B7-24C0CFF0F938}"/>
          </ac:cxnSpMkLst>
        </pc:cxnChg>
        <pc:cxnChg chg="add">
          <ac:chgData name="miri chavay" userId="5dd12e99b5e698f7" providerId="LiveId" clId="{205375D9-E7DA-469F-BB61-F0B5F08C2B2A}" dt="2026-01-11T17:17:41.440" v="1391" actId="26606"/>
          <ac:cxnSpMkLst>
            <pc:docMk/>
            <pc:sldMk cId="936093916" sldId="273"/>
            <ac:cxnSpMk id="61" creationId="{717DE3F0-E5A7-4C2D-927E-56638086786C}"/>
          </ac:cxnSpMkLst>
        </pc:cxnChg>
        <pc:cxnChg chg="add">
          <ac:chgData name="miri chavay" userId="5dd12e99b5e698f7" providerId="LiveId" clId="{205375D9-E7DA-469F-BB61-F0B5F08C2B2A}" dt="2026-01-11T17:17:41.440" v="1391" actId="26606"/>
          <ac:cxnSpMkLst>
            <pc:docMk/>
            <pc:sldMk cId="936093916" sldId="273"/>
            <ac:cxnSpMk id="63" creationId="{4E9EA87C-793F-4321-A0BC-4DB860289DD6}"/>
          </ac:cxnSpMkLst>
        </pc:cxnChg>
      </pc:sldChg>
      <pc:sldChg chg="addSp modSp add mod">
        <pc:chgData name="miri chavay" userId="5dd12e99b5e698f7" providerId="LiveId" clId="{205375D9-E7DA-469F-BB61-F0B5F08C2B2A}" dt="2026-01-11T17:32:33.996" v="1629" actId="403"/>
        <pc:sldMkLst>
          <pc:docMk/>
          <pc:sldMk cId="1529706976" sldId="274"/>
        </pc:sldMkLst>
        <pc:spChg chg="mod">
          <ac:chgData name="miri chavay" userId="5dd12e99b5e698f7" providerId="LiveId" clId="{205375D9-E7DA-469F-BB61-F0B5F08C2B2A}" dt="2026-01-11T17:32:33.996" v="1629" actId="403"/>
          <ac:spMkLst>
            <pc:docMk/>
            <pc:sldMk cId="1529706976" sldId="274"/>
            <ac:spMk id="2" creationId="{704F3B80-0FDB-A428-F687-DB4242BED6D8}"/>
          </ac:spMkLst>
        </pc:spChg>
        <pc:picChg chg="add mod">
          <ac:chgData name="miri chavay" userId="5dd12e99b5e698f7" providerId="LiveId" clId="{205375D9-E7DA-469F-BB61-F0B5F08C2B2A}" dt="2026-01-11T17:29:14.054" v="1519" actId="1035"/>
          <ac:picMkLst>
            <pc:docMk/>
            <pc:sldMk cId="1529706976" sldId="274"/>
            <ac:picMk id="4" creationId="{6DE7C4E6-B355-2B8D-4E9B-C57219F332B5}"/>
          </ac:picMkLst>
        </pc:picChg>
      </pc:sldChg>
      <pc:sldChg chg="addSp delSp modSp add mod">
        <pc:chgData name="miri chavay" userId="5dd12e99b5e698f7" providerId="LiveId" clId="{205375D9-E7DA-469F-BB61-F0B5F08C2B2A}" dt="2026-01-12T10:06:05.079" v="2947" actId="20577"/>
        <pc:sldMkLst>
          <pc:docMk/>
          <pc:sldMk cId="2925137634" sldId="275"/>
        </pc:sldMkLst>
        <pc:spChg chg="mod">
          <ac:chgData name="miri chavay" userId="5dd12e99b5e698f7" providerId="LiveId" clId="{205375D9-E7DA-469F-BB61-F0B5F08C2B2A}" dt="2026-01-12T10:06:05.079" v="2947" actId="20577"/>
          <ac:spMkLst>
            <pc:docMk/>
            <pc:sldMk cId="2925137634" sldId="275"/>
            <ac:spMk id="2" creationId="{21350CBE-A76D-C033-B8F3-2569B6F82C07}"/>
          </ac:spMkLst>
        </pc:spChg>
        <pc:spChg chg="del">
          <ac:chgData name="miri chavay" userId="5dd12e99b5e698f7" providerId="LiveId" clId="{205375D9-E7DA-469F-BB61-F0B5F08C2B2A}" dt="2026-01-11T17:37:00.461" v="1730" actId="26606"/>
          <ac:spMkLst>
            <pc:docMk/>
            <pc:sldMk cId="2925137634" sldId="275"/>
            <ac:spMk id="22" creationId="{CB41492C-364D-B821-E958-48F1071A8C54}"/>
          </ac:spMkLst>
        </pc:spChg>
        <pc:spChg chg="del">
          <ac:chgData name="miri chavay" userId="5dd12e99b5e698f7" providerId="LiveId" clId="{205375D9-E7DA-469F-BB61-F0B5F08C2B2A}" dt="2026-01-11T17:37:00.461" v="1730" actId="26606"/>
          <ac:spMkLst>
            <pc:docMk/>
            <pc:sldMk cId="2925137634" sldId="275"/>
            <ac:spMk id="24" creationId="{50ADFAD4-D0AD-9CE5-007D-FDD2D189DDC5}"/>
          </ac:spMkLst>
        </pc:spChg>
        <pc:spChg chg="add">
          <ac:chgData name="miri chavay" userId="5dd12e99b5e698f7" providerId="LiveId" clId="{205375D9-E7DA-469F-BB61-F0B5F08C2B2A}" dt="2026-01-11T17:37:00.461" v="1730" actId="26606"/>
          <ac:spMkLst>
            <pc:docMk/>
            <pc:sldMk cId="2925137634" sldId="275"/>
            <ac:spMk id="53" creationId="{2B78D151-52A1-46B3-8374-570DA802E9A5}"/>
          </ac:spMkLst>
        </pc:spChg>
        <pc:spChg chg="add">
          <ac:chgData name="miri chavay" userId="5dd12e99b5e698f7" providerId="LiveId" clId="{205375D9-E7DA-469F-BB61-F0B5F08C2B2A}" dt="2026-01-11T17:37:00.461" v="1730" actId="26606"/>
          <ac:spMkLst>
            <pc:docMk/>
            <pc:sldMk cId="2925137634" sldId="275"/>
            <ac:spMk id="55" creationId="{4812B206-25E9-4F8B-AED7-8353BA6254B7}"/>
          </ac:spMkLst>
        </pc:spChg>
        <pc:picChg chg="add del mod">
          <ac:chgData name="miri chavay" userId="5dd12e99b5e698f7" providerId="LiveId" clId="{205375D9-E7DA-469F-BB61-F0B5F08C2B2A}" dt="2026-01-11T17:35:28.367" v="1714" actId="478"/>
          <ac:picMkLst>
            <pc:docMk/>
            <pc:sldMk cId="2925137634" sldId="275"/>
            <ac:picMk id="4" creationId="{E49E5171-35D2-3D59-CB8D-157BDC968C42}"/>
          </ac:picMkLst>
        </pc:picChg>
        <pc:picChg chg="del">
          <ac:chgData name="miri chavay" userId="5dd12e99b5e698f7" providerId="LiveId" clId="{205375D9-E7DA-469F-BB61-F0B5F08C2B2A}" dt="2026-01-11T17:35:17.452" v="1706" actId="478"/>
          <ac:picMkLst>
            <pc:docMk/>
            <pc:sldMk cId="2925137634" sldId="275"/>
            <ac:picMk id="5" creationId="{4E73A197-2713-AFDE-19EA-609EDADE1768}"/>
          </ac:picMkLst>
        </pc:picChg>
        <pc:picChg chg="add mod">
          <ac:chgData name="miri chavay" userId="5dd12e99b5e698f7" providerId="LiveId" clId="{205375D9-E7DA-469F-BB61-F0B5F08C2B2A}" dt="2026-01-11T17:37:00.461" v="1730" actId="26606"/>
          <ac:picMkLst>
            <pc:docMk/>
            <pc:sldMk cId="2925137634" sldId="275"/>
            <ac:picMk id="7" creationId="{C14DC1AA-8741-E9FA-E24F-3F162310E907}"/>
          </ac:picMkLst>
        </pc:picChg>
        <pc:picChg chg="add mod">
          <ac:chgData name="miri chavay" userId="5dd12e99b5e698f7" providerId="LiveId" clId="{205375D9-E7DA-469F-BB61-F0B5F08C2B2A}" dt="2026-01-11T17:37:00.461" v="1730" actId="26606"/>
          <ac:picMkLst>
            <pc:docMk/>
            <pc:sldMk cId="2925137634" sldId="275"/>
            <ac:picMk id="11" creationId="{F50C5F73-ABFC-9575-0A7F-B3940360E9CA}"/>
          </ac:picMkLst>
        </pc:picChg>
        <pc:cxnChg chg="del">
          <ac:chgData name="miri chavay" userId="5dd12e99b5e698f7" providerId="LiveId" clId="{205375D9-E7DA-469F-BB61-F0B5F08C2B2A}" dt="2026-01-11T17:37:00.461" v="1730" actId="26606"/>
          <ac:cxnSpMkLst>
            <pc:docMk/>
            <pc:sldMk cId="2925137634" sldId="275"/>
            <ac:cxnSpMk id="8" creationId="{5C402892-2756-DDD6-D608-6358D5460763}"/>
          </ac:cxnSpMkLst>
        </pc:cxnChg>
        <pc:cxnChg chg="del">
          <ac:chgData name="miri chavay" userId="5dd12e99b5e698f7" providerId="LiveId" clId="{205375D9-E7DA-469F-BB61-F0B5F08C2B2A}" dt="2026-01-11T17:37:00.461" v="1730" actId="26606"/>
          <ac:cxnSpMkLst>
            <pc:docMk/>
            <pc:sldMk cId="2925137634" sldId="275"/>
            <ac:cxnSpMk id="28" creationId="{29834E7A-B7A2-28DC-A5FD-594D7E668B30}"/>
          </ac:cxnSpMkLst>
        </pc:cxnChg>
        <pc:cxnChg chg="add">
          <ac:chgData name="miri chavay" userId="5dd12e99b5e698f7" providerId="LiveId" clId="{205375D9-E7DA-469F-BB61-F0B5F08C2B2A}" dt="2026-01-11T17:37:00.461" v="1730" actId="26606"/>
          <ac:cxnSpMkLst>
            <pc:docMk/>
            <pc:sldMk cId="2925137634" sldId="275"/>
            <ac:cxnSpMk id="47" creationId="{20595356-EABD-4767-AC9D-EA21FF115EC0}"/>
          </ac:cxnSpMkLst>
        </pc:cxnChg>
      </pc:sldChg>
      <pc:sldChg chg="addSp delSp modSp add mod">
        <pc:chgData name="miri chavay" userId="5dd12e99b5e698f7" providerId="LiveId" clId="{205375D9-E7DA-469F-BB61-F0B5F08C2B2A}" dt="2026-01-12T10:15:57.866" v="3242" actId="20577"/>
        <pc:sldMkLst>
          <pc:docMk/>
          <pc:sldMk cId="1700568968" sldId="276"/>
        </pc:sldMkLst>
        <pc:spChg chg="mod">
          <ac:chgData name="miri chavay" userId="5dd12e99b5e698f7" providerId="LiveId" clId="{205375D9-E7DA-469F-BB61-F0B5F08C2B2A}" dt="2026-01-12T10:05:42.719" v="2899" actId="20577"/>
          <ac:spMkLst>
            <pc:docMk/>
            <pc:sldMk cId="1700568968" sldId="276"/>
            <ac:spMk id="2" creationId="{2F2869C3-D290-5EFC-AEA9-6E212B1C5F28}"/>
          </ac:spMkLst>
        </pc:spChg>
        <pc:spChg chg="add mod">
          <ac:chgData name="miri chavay" userId="5dd12e99b5e698f7" providerId="LiveId" clId="{205375D9-E7DA-469F-BB61-F0B5F08C2B2A}" dt="2026-01-11T18:07:04.543" v="2240" actId="1037"/>
          <ac:spMkLst>
            <pc:docMk/>
            <pc:sldMk cId="1700568968" sldId="276"/>
            <ac:spMk id="10" creationId="{B8891610-0A1B-F7EC-746D-B5912BA5A3A0}"/>
          </ac:spMkLst>
        </pc:spChg>
        <pc:spChg chg="add del mod">
          <ac:chgData name="miri chavay" userId="5dd12e99b5e698f7" providerId="LiveId" clId="{205375D9-E7DA-469F-BB61-F0B5F08C2B2A}" dt="2026-01-11T18:06:53.290" v="2220" actId="478"/>
          <ac:spMkLst>
            <pc:docMk/>
            <pc:sldMk cId="1700568968" sldId="276"/>
            <ac:spMk id="12" creationId="{9E013C53-95A7-84BA-1C02-A17BD4726DD1}"/>
          </ac:spMkLst>
        </pc:spChg>
        <pc:spChg chg="add del mod">
          <ac:chgData name="miri chavay" userId="5dd12e99b5e698f7" providerId="LiveId" clId="{205375D9-E7DA-469F-BB61-F0B5F08C2B2A}" dt="2026-01-11T18:06:55.552" v="2221" actId="478"/>
          <ac:spMkLst>
            <pc:docMk/>
            <pc:sldMk cId="1700568968" sldId="276"/>
            <ac:spMk id="23" creationId="{ADF9DCB8-DE7F-5610-D2FB-8366383E83B8}"/>
          </ac:spMkLst>
        </pc:spChg>
        <pc:spChg chg="add mod">
          <ac:chgData name="miri chavay" userId="5dd12e99b5e698f7" providerId="LiveId" clId="{205375D9-E7DA-469F-BB61-F0B5F08C2B2A}" dt="2026-01-11T18:07:14.912" v="2253" actId="1076"/>
          <ac:spMkLst>
            <pc:docMk/>
            <pc:sldMk cId="1700568968" sldId="276"/>
            <ac:spMk id="24" creationId="{2356334B-E6A7-88CD-30BB-EACECB07294B}"/>
          </ac:spMkLst>
        </pc:spChg>
        <pc:spChg chg="add mod">
          <ac:chgData name="miri chavay" userId="5dd12e99b5e698f7" providerId="LiveId" clId="{205375D9-E7DA-469F-BB61-F0B5F08C2B2A}" dt="2026-01-11T18:07:28.213" v="2278" actId="1076"/>
          <ac:spMkLst>
            <pc:docMk/>
            <pc:sldMk cId="1700568968" sldId="276"/>
            <ac:spMk id="25" creationId="{6E489B81-1B09-4E80-6D63-7C014C365C19}"/>
          </ac:spMkLst>
        </pc:spChg>
        <pc:spChg chg="add mod">
          <ac:chgData name="miri chavay" userId="5dd12e99b5e698f7" providerId="LiveId" clId="{205375D9-E7DA-469F-BB61-F0B5F08C2B2A}" dt="2026-01-12T10:15:57.866" v="3242" actId="20577"/>
          <ac:spMkLst>
            <pc:docMk/>
            <pc:sldMk cId="1700568968" sldId="276"/>
            <ac:spMk id="26" creationId="{579CD1DD-B3C2-CCF5-A702-3DBE69BA9451}"/>
          </ac:spMkLst>
        </pc:spChg>
        <pc:picChg chg="add del mod">
          <ac:chgData name="miri chavay" userId="5dd12e99b5e698f7" providerId="LiveId" clId="{205375D9-E7DA-469F-BB61-F0B5F08C2B2A}" dt="2026-01-11T18:02:19.405" v="2168" actId="478"/>
          <ac:picMkLst>
            <pc:docMk/>
            <pc:sldMk cId="1700568968" sldId="276"/>
            <ac:picMk id="4" creationId="{52FB63D8-7721-5C2E-2272-9CA84E46713B}"/>
          </ac:picMkLst>
        </pc:picChg>
        <pc:picChg chg="add del mod">
          <ac:chgData name="miri chavay" userId="5dd12e99b5e698f7" providerId="LiveId" clId="{205375D9-E7DA-469F-BB61-F0B5F08C2B2A}" dt="2026-01-11T18:04:52.136" v="2197" actId="478"/>
          <ac:picMkLst>
            <pc:docMk/>
            <pc:sldMk cId="1700568968" sldId="276"/>
            <ac:picMk id="6" creationId="{2778351B-FF69-03F8-3CAF-B99EB2336ABC}"/>
          </ac:picMkLst>
        </pc:picChg>
        <pc:picChg chg="del">
          <ac:chgData name="miri chavay" userId="5dd12e99b5e698f7" providerId="LiveId" clId="{205375D9-E7DA-469F-BB61-F0B5F08C2B2A}" dt="2026-01-11T17:38:23.243" v="1771" actId="478"/>
          <ac:picMkLst>
            <pc:docMk/>
            <pc:sldMk cId="1700568968" sldId="276"/>
            <ac:picMk id="7" creationId="{8502945F-08BD-9A36-F61A-569A98298A90}"/>
          </ac:picMkLst>
        </pc:picChg>
        <pc:picChg chg="add del mod">
          <ac:chgData name="miri chavay" userId="5dd12e99b5e698f7" providerId="LiveId" clId="{205375D9-E7DA-469F-BB61-F0B5F08C2B2A}" dt="2026-01-11T18:05:11.586" v="2198" actId="478"/>
          <ac:picMkLst>
            <pc:docMk/>
            <pc:sldMk cId="1700568968" sldId="276"/>
            <ac:picMk id="9" creationId="{C311871C-EBCD-2C4B-E28F-B6464B1DB8B8}"/>
          </ac:picMkLst>
        </pc:picChg>
        <pc:picChg chg="del">
          <ac:chgData name="miri chavay" userId="5dd12e99b5e698f7" providerId="LiveId" clId="{205375D9-E7DA-469F-BB61-F0B5F08C2B2A}" dt="2026-01-11T17:38:22.077" v="1770" actId="478"/>
          <ac:picMkLst>
            <pc:docMk/>
            <pc:sldMk cId="1700568968" sldId="276"/>
            <ac:picMk id="11" creationId="{7D768155-C731-86DF-333F-1754C1173C80}"/>
          </ac:picMkLst>
        </pc:picChg>
        <pc:picChg chg="add del mod">
          <ac:chgData name="miri chavay" userId="5dd12e99b5e698f7" providerId="LiveId" clId="{205375D9-E7DA-469F-BB61-F0B5F08C2B2A}" dt="2026-01-11T18:03:08.007" v="2175" actId="478"/>
          <ac:picMkLst>
            <pc:docMk/>
            <pc:sldMk cId="1700568968" sldId="276"/>
            <ac:picMk id="14" creationId="{0604384D-7A23-A8F3-D3A0-CF4F71AB683D}"/>
          </ac:picMkLst>
        </pc:picChg>
        <pc:picChg chg="add mod">
          <ac:chgData name="miri chavay" userId="5dd12e99b5e698f7" providerId="LiveId" clId="{205375D9-E7DA-469F-BB61-F0B5F08C2B2A}" dt="2026-01-11T18:06:02.622" v="2213" actId="14100"/>
          <ac:picMkLst>
            <pc:docMk/>
            <pc:sldMk cId="1700568968" sldId="276"/>
            <ac:picMk id="16" creationId="{3C5469C2-051E-FFFD-A25C-BE810A27B080}"/>
          </ac:picMkLst>
        </pc:picChg>
        <pc:picChg chg="add mod">
          <ac:chgData name="miri chavay" userId="5dd12e99b5e698f7" providerId="LiveId" clId="{205375D9-E7DA-469F-BB61-F0B5F08C2B2A}" dt="2026-01-11T18:07:08.393" v="2252" actId="1037"/>
          <ac:picMkLst>
            <pc:docMk/>
            <pc:sldMk cId="1700568968" sldId="276"/>
            <ac:picMk id="18" creationId="{3FCD8A5E-6637-9FA4-3D19-BAFE8FE83C34}"/>
          </ac:picMkLst>
        </pc:picChg>
        <pc:picChg chg="add mod">
          <ac:chgData name="miri chavay" userId="5dd12e99b5e698f7" providerId="LiveId" clId="{205375D9-E7DA-469F-BB61-F0B5F08C2B2A}" dt="2026-01-11T18:07:19.242" v="2277" actId="1037"/>
          <ac:picMkLst>
            <pc:docMk/>
            <pc:sldMk cId="1700568968" sldId="276"/>
            <ac:picMk id="20" creationId="{5CF9EC8A-0204-73FB-C045-7031FDC217C7}"/>
          </ac:picMkLst>
        </pc:picChg>
        <pc:picChg chg="add mod">
          <ac:chgData name="miri chavay" userId="5dd12e99b5e698f7" providerId="LiveId" clId="{205375D9-E7DA-469F-BB61-F0B5F08C2B2A}" dt="2026-01-11T18:07:36.475" v="2298" actId="1035"/>
          <ac:picMkLst>
            <pc:docMk/>
            <pc:sldMk cId="1700568968" sldId="276"/>
            <ac:picMk id="22" creationId="{6112341B-1160-F8F5-2D4B-B1102A289D1A}"/>
          </ac:picMkLst>
        </pc:picChg>
        <pc:cxnChg chg="mod">
          <ac:chgData name="miri chavay" userId="5dd12e99b5e698f7" providerId="LiveId" clId="{205375D9-E7DA-469F-BB61-F0B5F08C2B2A}" dt="2026-01-11T18:06:53.290" v="2220" actId="478"/>
          <ac:cxnSpMkLst>
            <pc:docMk/>
            <pc:sldMk cId="1700568968" sldId="276"/>
            <ac:cxnSpMk id="59" creationId="{23611FFB-CD61-0CD9-ED47-7DEF81A75F26}"/>
          </ac:cxnSpMkLst>
        </pc:cxnChg>
      </pc:sldChg>
      <pc:sldChg chg="addSp delSp modSp add mod">
        <pc:chgData name="miri chavay" userId="5dd12e99b5e698f7" providerId="LiveId" clId="{205375D9-E7DA-469F-BB61-F0B5F08C2B2A}" dt="2026-01-12T10:08:35.076" v="3015" actId="403"/>
        <pc:sldMkLst>
          <pc:docMk/>
          <pc:sldMk cId="3849505270" sldId="277"/>
        </pc:sldMkLst>
        <pc:spChg chg="mod ord">
          <ac:chgData name="miri chavay" userId="5dd12e99b5e698f7" providerId="LiveId" clId="{205375D9-E7DA-469F-BB61-F0B5F08C2B2A}" dt="2026-01-12T10:08:35.076" v="3015" actId="403"/>
          <ac:spMkLst>
            <pc:docMk/>
            <pc:sldMk cId="3849505270" sldId="277"/>
            <ac:spMk id="2" creationId="{112A3039-6754-782E-2C4A-B81C5D077EE0}"/>
          </ac:spMkLst>
        </pc:spChg>
        <pc:spChg chg="add del">
          <ac:chgData name="miri chavay" userId="5dd12e99b5e698f7" providerId="LiveId" clId="{205375D9-E7DA-469F-BB61-F0B5F08C2B2A}" dt="2026-01-12T10:07:32.532" v="3001" actId="26606"/>
          <ac:spMkLst>
            <pc:docMk/>
            <pc:sldMk cId="3849505270" sldId="277"/>
            <ac:spMk id="53" creationId="{6DA7C053-BB4C-BD93-31BF-19E0F6842F58}"/>
          </ac:spMkLst>
        </pc:spChg>
        <pc:spChg chg="add del">
          <ac:chgData name="miri chavay" userId="5dd12e99b5e698f7" providerId="LiveId" clId="{205375D9-E7DA-469F-BB61-F0B5F08C2B2A}" dt="2026-01-12T10:07:32.532" v="3001" actId="26606"/>
          <ac:spMkLst>
            <pc:docMk/>
            <pc:sldMk cId="3849505270" sldId="277"/>
            <ac:spMk id="55" creationId="{A0CDB84F-AD19-7E6C-0450-A2C87DAA5D04}"/>
          </ac:spMkLst>
        </pc:spChg>
        <pc:spChg chg="add del">
          <ac:chgData name="miri chavay" userId="5dd12e99b5e698f7" providerId="LiveId" clId="{205375D9-E7DA-469F-BB61-F0B5F08C2B2A}" dt="2026-01-12T10:07:32.495" v="3000" actId="26606"/>
          <ac:spMkLst>
            <pc:docMk/>
            <pc:sldMk cId="3849505270" sldId="277"/>
            <ac:spMk id="82" creationId="{10A34275-CD0A-499C-9600-C96742FACE6C}"/>
          </ac:spMkLst>
        </pc:spChg>
        <pc:spChg chg="add">
          <ac:chgData name="miri chavay" userId="5dd12e99b5e698f7" providerId="LiveId" clId="{205375D9-E7DA-469F-BB61-F0B5F08C2B2A}" dt="2026-01-12T10:07:32.532" v="3001" actId="26606"/>
          <ac:spMkLst>
            <pc:docMk/>
            <pc:sldMk cId="3849505270" sldId="277"/>
            <ac:spMk id="102" creationId="{2096EABF-579F-4307-8952-04905085F4C9}"/>
          </ac:spMkLst>
        </pc:spChg>
        <pc:spChg chg="add">
          <ac:chgData name="miri chavay" userId="5dd12e99b5e698f7" providerId="LiveId" clId="{205375D9-E7DA-469F-BB61-F0B5F08C2B2A}" dt="2026-01-12T10:07:32.532" v="3001" actId="26606"/>
          <ac:spMkLst>
            <pc:docMk/>
            <pc:sldMk cId="3849505270" sldId="277"/>
            <ac:spMk id="103" creationId="{233D9D3E-2FB8-42AA-B5E5-1EAB4DA92074}"/>
          </ac:spMkLst>
        </pc:spChg>
        <pc:picChg chg="add del mod">
          <ac:chgData name="miri chavay" userId="5dd12e99b5e698f7" providerId="LiveId" clId="{205375D9-E7DA-469F-BB61-F0B5F08C2B2A}" dt="2026-01-12T10:07:33.801" v="3002" actId="478"/>
          <ac:picMkLst>
            <pc:docMk/>
            <pc:sldMk cId="3849505270" sldId="277"/>
            <ac:picMk id="4" creationId="{24A1F184-5BB6-1BEF-65DC-E885B9D11215}"/>
          </ac:picMkLst>
        </pc:picChg>
        <pc:picChg chg="add mod">
          <ac:chgData name="miri chavay" userId="5dd12e99b5e698f7" providerId="LiveId" clId="{205375D9-E7DA-469F-BB61-F0B5F08C2B2A}" dt="2026-01-12T10:07:49.472" v="3009" actId="1076"/>
          <ac:picMkLst>
            <pc:docMk/>
            <pc:sldMk cId="3849505270" sldId="277"/>
            <ac:picMk id="6" creationId="{9007D342-F6C8-9BA3-13F9-E53E274C277C}"/>
          </ac:picMkLst>
        </pc:picChg>
        <pc:picChg chg="del">
          <ac:chgData name="miri chavay" userId="5dd12e99b5e698f7" providerId="LiveId" clId="{205375D9-E7DA-469F-BB61-F0B5F08C2B2A}" dt="2026-01-11T17:38:27.175" v="1773" actId="478"/>
          <ac:picMkLst>
            <pc:docMk/>
            <pc:sldMk cId="3849505270" sldId="277"/>
            <ac:picMk id="7" creationId="{B07665FF-6250-7FE5-D94C-91D02095ED99}"/>
          </ac:picMkLst>
        </pc:picChg>
        <pc:picChg chg="del">
          <ac:chgData name="miri chavay" userId="5dd12e99b5e698f7" providerId="LiveId" clId="{205375D9-E7DA-469F-BB61-F0B5F08C2B2A}" dt="2026-01-11T17:38:25.917" v="1772" actId="478"/>
          <ac:picMkLst>
            <pc:docMk/>
            <pc:sldMk cId="3849505270" sldId="277"/>
            <ac:picMk id="11" creationId="{2630AAAF-AD85-6071-9BDB-09AAD1ADF0D7}"/>
          </ac:picMkLst>
        </pc:picChg>
        <pc:cxnChg chg="del">
          <ac:chgData name="miri chavay" userId="5dd12e99b5e698f7" providerId="LiveId" clId="{205375D9-E7DA-469F-BB61-F0B5F08C2B2A}" dt="2026-01-12T10:07:28.474" v="2999" actId="26606"/>
          <ac:cxnSpMkLst>
            <pc:docMk/>
            <pc:sldMk cId="3849505270" sldId="277"/>
            <ac:cxnSpMk id="43" creationId="{667535FA-9AF2-1A94-0980-8B1EA5071FDB}"/>
          </ac:cxnSpMkLst>
        </pc:cxnChg>
        <pc:cxnChg chg="add del">
          <ac:chgData name="miri chavay" userId="5dd12e99b5e698f7" providerId="LiveId" clId="{205375D9-E7DA-469F-BB61-F0B5F08C2B2A}" dt="2026-01-12T10:07:32.532" v="3001" actId="26606"/>
          <ac:cxnSpMkLst>
            <pc:docMk/>
            <pc:sldMk cId="3849505270" sldId="277"/>
            <ac:cxnSpMk id="47" creationId="{EAA3B804-6F9F-6822-8A55-F570CC64680A}"/>
          </ac:cxnSpMkLst>
        </pc:cxnChg>
        <pc:cxnChg chg="del">
          <ac:chgData name="miri chavay" userId="5dd12e99b5e698f7" providerId="LiveId" clId="{205375D9-E7DA-469F-BB61-F0B5F08C2B2A}" dt="2026-01-12T10:07:28.474" v="2999" actId="26606"/>
          <ac:cxnSpMkLst>
            <pc:docMk/>
            <pc:sldMk cId="3849505270" sldId="277"/>
            <ac:cxnSpMk id="49" creationId="{905E9646-8731-B3DA-9D00-4EF293C73290}"/>
          </ac:cxnSpMkLst>
        </pc:cxnChg>
        <pc:cxnChg chg="del mod">
          <ac:chgData name="miri chavay" userId="5dd12e99b5e698f7" providerId="LiveId" clId="{205375D9-E7DA-469F-BB61-F0B5F08C2B2A}" dt="2026-01-12T10:07:28.474" v="2999" actId="26606"/>
          <ac:cxnSpMkLst>
            <pc:docMk/>
            <pc:sldMk cId="3849505270" sldId="277"/>
            <ac:cxnSpMk id="59" creationId="{CA15AE31-BEDB-819B-861C-7DC48AA4334A}"/>
          </ac:cxnSpMkLst>
        </pc:cxnChg>
        <pc:cxnChg chg="add">
          <ac:chgData name="miri chavay" userId="5dd12e99b5e698f7" providerId="LiveId" clId="{205375D9-E7DA-469F-BB61-F0B5F08C2B2A}" dt="2026-01-12T10:07:28.474" v="2999" actId="26606"/>
          <ac:cxnSpMkLst>
            <pc:docMk/>
            <pc:sldMk cId="3849505270" sldId="277"/>
            <ac:cxnSpMk id="76" creationId="{20595356-EABD-4767-AC9D-EA21FF115EC0}"/>
          </ac:cxnSpMkLst>
        </pc:cxnChg>
        <pc:cxnChg chg="add">
          <ac:chgData name="miri chavay" userId="5dd12e99b5e698f7" providerId="LiveId" clId="{205375D9-E7DA-469F-BB61-F0B5F08C2B2A}" dt="2026-01-12T10:07:28.474" v="2999" actId="26606"/>
          <ac:cxnSpMkLst>
            <pc:docMk/>
            <pc:sldMk cId="3849505270" sldId="277"/>
            <ac:cxnSpMk id="78" creationId="{28CD9F06-9628-469C-B788-A894E3E08281}"/>
          </ac:cxnSpMkLst>
        </pc:cxnChg>
        <pc:cxnChg chg="del">
          <ac:chgData name="miri chavay" userId="5dd12e99b5e698f7" providerId="LiveId" clId="{205375D9-E7DA-469F-BB61-F0B5F08C2B2A}" dt="2026-01-12T10:07:32.495" v="3000" actId="26606"/>
          <ac:cxnSpMkLst>
            <pc:docMk/>
            <pc:sldMk cId="3849505270" sldId="277"/>
            <ac:cxnSpMk id="80" creationId="{8550A431-0B61-421B-B4B7-24C0CFF0F938}"/>
          </ac:cxnSpMkLst>
        </pc:cxnChg>
        <pc:cxnChg chg="del">
          <ac:chgData name="miri chavay" userId="5dd12e99b5e698f7" providerId="LiveId" clId="{205375D9-E7DA-469F-BB61-F0B5F08C2B2A}" dt="2026-01-12T10:07:32.495" v="3000" actId="26606"/>
          <ac:cxnSpMkLst>
            <pc:docMk/>
            <pc:sldMk cId="3849505270" sldId="277"/>
            <ac:cxnSpMk id="86" creationId="{12801F4A-0A74-45E0-8E5A-65A65252A346}"/>
          </ac:cxnSpMkLst>
        </pc:cxnChg>
        <pc:cxnChg chg="del">
          <ac:chgData name="miri chavay" userId="5dd12e99b5e698f7" providerId="LiveId" clId="{205375D9-E7DA-469F-BB61-F0B5F08C2B2A}" dt="2026-01-12T10:07:32.495" v="3000" actId="26606"/>
          <ac:cxnSpMkLst>
            <pc:docMk/>
            <pc:sldMk cId="3849505270" sldId="277"/>
            <ac:cxnSpMk id="88" creationId="{AD245F29-ABE7-4BB1-8164-5F4C4604B29D}"/>
          </ac:cxnSpMkLst>
        </pc:cxnChg>
        <pc:cxnChg chg="del">
          <ac:chgData name="miri chavay" userId="5dd12e99b5e698f7" providerId="LiveId" clId="{205375D9-E7DA-469F-BB61-F0B5F08C2B2A}" dt="2026-01-12T10:07:32.495" v="3000" actId="26606"/>
          <ac:cxnSpMkLst>
            <pc:docMk/>
            <pc:sldMk cId="3849505270" sldId="277"/>
            <ac:cxnSpMk id="90" creationId="{CF00EEAF-0634-4EEB-81E5-9FBC2170F3F4}"/>
          </ac:cxnSpMkLst>
        </pc:cxnChg>
        <pc:cxnChg chg="add">
          <ac:chgData name="miri chavay" userId="5dd12e99b5e698f7" providerId="LiveId" clId="{205375D9-E7DA-469F-BB61-F0B5F08C2B2A}" dt="2026-01-12T10:07:32.532" v="3001" actId="26606"/>
          <ac:cxnSpMkLst>
            <pc:docMk/>
            <pc:sldMk cId="3849505270" sldId="277"/>
            <ac:cxnSpMk id="95" creationId="{4436E0F2-A64B-471E-93C0-8DFE08CC57C8}"/>
          </ac:cxnSpMkLst>
        </pc:cxnChg>
        <pc:cxnChg chg="add">
          <ac:chgData name="miri chavay" userId="5dd12e99b5e698f7" providerId="LiveId" clId="{205375D9-E7DA-469F-BB61-F0B5F08C2B2A}" dt="2026-01-12T10:07:32.532" v="3001" actId="26606"/>
          <ac:cxnSpMkLst>
            <pc:docMk/>
            <pc:sldMk cId="3849505270" sldId="277"/>
            <ac:cxnSpMk id="100" creationId="{28CD9F06-9628-469C-B788-A894E3E08281}"/>
          </ac:cxnSpMkLst>
        </pc:cxnChg>
        <pc:cxnChg chg="add">
          <ac:chgData name="miri chavay" userId="5dd12e99b5e698f7" providerId="LiveId" clId="{205375D9-E7DA-469F-BB61-F0B5F08C2B2A}" dt="2026-01-12T10:07:32.532" v="3001" actId="26606"/>
          <ac:cxnSpMkLst>
            <pc:docMk/>
            <pc:sldMk cId="3849505270" sldId="277"/>
            <ac:cxnSpMk id="104" creationId="{69FBE6D3-8499-4BE7-8C12-1BA9F0150EFE}"/>
          </ac:cxnSpMkLst>
        </pc:cxnChg>
      </pc:sldChg>
      <pc:sldChg chg="modSp add">
        <pc:chgData name="miri chavay" userId="5dd12e99b5e698f7" providerId="LiveId" clId="{205375D9-E7DA-469F-BB61-F0B5F08C2B2A}" dt="2026-01-11T17:40:25.666" v="1791" actId="20577"/>
        <pc:sldMkLst>
          <pc:docMk/>
          <pc:sldMk cId="1191691259" sldId="278"/>
        </pc:sldMkLst>
        <pc:spChg chg="mod">
          <ac:chgData name="miri chavay" userId="5dd12e99b5e698f7" providerId="LiveId" clId="{205375D9-E7DA-469F-BB61-F0B5F08C2B2A}" dt="2026-01-11T17:40:25.666" v="1791" actId="20577"/>
          <ac:spMkLst>
            <pc:docMk/>
            <pc:sldMk cId="1191691259" sldId="278"/>
            <ac:spMk id="2" creationId="{72B90CCC-A61A-6824-BF41-91547A8CCB09}"/>
          </ac:spMkLst>
        </pc:spChg>
      </pc:sldChg>
      <pc:sldChg chg="addSp delSp modSp add mod">
        <pc:chgData name="miri chavay" userId="5dd12e99b5e698f7" providerId="LiveId" clId="{205375D9-E7DA-469F-BB61-F0B5F08C2B2A}" dt="2026-01-12T09:53:54.941" v="2644" actId="1076"/>
        <pc:sldMkLst>
          <pc:docMk/>
          <pc:sldMk cId="2891088544" sldId="279"/>
        </pc:sldMkLst>
        <pc:spChg chg="mod">
          <ac:chgData name="miri chavay" userId="5dd12e99b5e698f7" providerId="LiveId" clId="{205375D9-E7DA-469F-BB61-F0B5F08C2B2A}" dt="2026-01-12T09:52:54.011" v="2639" actId="20577"/>
          <ac:spMkLst>
            <pc:docMk/>
            <pc:sldMk cId="2891088544" sldId="279"/>
            <ac:spMk id="2" creationId="{A173CA3E-C841-A864-25A0-B42A6F58D158}"/>
          </ac:spMkLst>
        </pc:spChg>
        <pc:picChg chg="add mod">
          <ac:chgData name="miri chavay" userId="5dd12e99b5e698f7" providerId="LiveId" clId="{205375D9-E7DA-469F-BB61-F0B5F08C2B2A}" dt="2026-01-12T09:53:54.941" v="2644" actId="1076"/>
          <ac:picMkLst>
            <pc:docMk/>
            <pc:sldMk cId="2891088544" sldId="279"/>
            <ac:picMk id="4" creationId="{17A6BF40-9F99-0DA3-7918-98BA7613497B}"/>
          </ac:picMkLst>
        </pc:picChg>
        <pc:picChg chg="del">
          <ac:chgData name="miri chavay" userId="5dd12e99b5e698f7" providerId="LiveId" clId="{205375D9-E7DA-469F-BB61-F0B5F08C2B2A}" dt="2026-01-12T09:52:44.430" v="2618" actId="478"/>
          <ac:picMkLst>
            <pc:docMk/>
            <pc:sldMk cId="2891088544" sldId="279"/>
            <ac:picMk id="6" creationId="{FD520B4C-BB3F-E070-A985-3CD782859CBD}"/>
          </ac:picMkLst>
        </pc:picChg>
      </pc:sldChg>
      <pc:sldMasterChg chg="add addSldLayout modSldLayout sldLayoutOrd">
        <pc:chgData name="miri chavay" userId="5dd12e99b5e698f7" providerId="LiveId" clId="{205375D9-E7DA-469F-BB61-F0B5F08C2B2A}" dt="2026-01-03T15:10:02.559" v="166"/>
        <pc:sldMasterMkLst>
          <pc:docMk/>
          <pc:sldMasterMk cId="3943402393" sldId="2147483735"/>
        </pc:sldMasterMkLst>
        <pc:sldLayoutChg chg="add ord">
          <pc:chgData name="miri chavay" userId="5dd12e99b5e698f7" providerId="LiveId" clId="{205375D9-E7DA-469F-BB61-F0B5F08C2B2A}" dt="2026-01-03T15:09:48.812" v="164" actId="20578"/>
          <pc:sldLayoutMkLst>
            <pc:docMk/>
            <pc:sldMasterMk cId="3943402393" sldId="2147483735"/>
            <pc:sldLayoutMk cId="2908703957" sldId="2147483724"/>
          </pc:sldLayoutMkLst>
        </pc:sldLayoutChg>
        <pc:sldLayoutChg chg="add">
          <pc:chgData name="miri chavay" userId="5dd12e99b5e698f7" providerId="LiveId" clId="{205375D9-E7DA-469F-BB61-F0B5F08C2B2A}" dt="2026-01-01T14:55:54.600" v="3" actId="26606"/>
          <pc:sldLayoutMkLst>
            <pc:docMk/>
            <pc:sldMasterMk cId="3943402393" sldId="2147483735"/>
            <pc:sldLayoutMk cId="3595992657" sldId="2147483725"/>
          </pc:sldLayoutMkLst>
        </pc:sldLayoutChg>
        <pc:sldLayoutChg chg="add">
          <pc:chgData name="miri chavay" userId="5dd12e99b5e698f7" providerId="LiveId" clId="{205375D9-E7DA-469F-BB61-F0B5F08C2B2A}" dt="2026-01-01T14:55:54.600" v="3" actId="26606"/>
          <pc:sldLayoutMkLst>
            <pc:docMk/>
            <pc:sldMasterMk cId="3943402393" sldId="2147483735"/>
            <pc:sldLayoutMk cId="1963234308" sldId="2147483726"/>
          </pc:sldLayoutMkLst>
        </pc:sldLayoutChg>
        <pc:sldLayoutChg chg="add">
          <pc:chgData name="miri chavay" userId="5dd12e99b5e698f7" providerId="LiveId" clId="{205375D9-E7DA-469F-BB61-F0B5F08C2B2A}" dt="2026-01-01T14:55:54.600" v="3" actId="26606"/>
          <pc:sldLayoutMkLst>
            <pc:docMk/>
            <pc:sldMasterMk cId="3943402393" sldId="2147483735"/>
            <pc:sldLayoutMk cId="195990872" sldId="2147483727"/>
          </pc:sldLayoutMkLst>
        </pc:sldLayoutChg>
        <pc:sldLayoutChg chg="add">
          <pc:chgData name="miri chavay" userId="5dd12e99b5e698f7" providerId="LiveId" clId="{205375D9-E7DA-469F-BB61-F0B5F08C2B2A}" dt="2026-01-01T14:55:54.600" v="3" actId="26606"/>
          <pc:sldLayoutMkLst>
            <pc:docMk/>
            <pc:sldMasterMk cId="3943402393" sldId="2147483735"/>
            <pc:sldLayoutMk cId="699072561" sldId="2147483728"/>
          </pc:sldLayoutMkLst>
        </pc:sldLayoutChg>
        <pc:sldLayoutChg chg="add">
          <pc:chgData name="miri chavay" userId="5dd12e99b5e698f7" providerId="LiveId" clId="{205375D9-E7DA-469F-BB61-F0B5F08C2B2A}" dt="2026-01-01T14:55:54.600" v="3" actId="26606"/>
          <pc:sldLayoutMkLst>
            <pc:docMk/>
            <pc:sldMasterMk cId="3943402393" sldId="2147483735"/>
            <pc:sldLayoutMk cId="2122540176" sldId="2147483729"/>
          </pc:sldLayoutMkLst>
        </pc:sldLayoutChg>
        <pc:sldLayoutChg chg="add">
          <pc:chgData name="miri chavay" userId="5dd12e99b5e698f7" providerId="LiveId" clId="{205375D9-E7DA-469F-BB61-F0B5F08C2B2A}" dt="2026-01-01T14:55:54.600" v="3" actId="26606"/>
          <pc:sldLayoutMkLst>
            <pc:docMk/>
            <pc:sldMasterMk cId="3943402393" sldId="2147483735"/>
            <pc:sldLayoutMk cId="3295414958" sldId="2147483730"/>
          </pc:sldLayoutMkLst>
        </pc:sldLayoutChg>
        <pc:sldLayoutChg chg="add">
          <pc:chgData name="miri chavay" userId="5dd12e99b5e698f7" providerId="LiveId" clId="{205375D9-E7DA-469F-BB61-F0B5F08C2B2A}" dt="2026-01-01T14:55:54.600" v="3" actId="26606"/>
          <pc:sldLayoutMkLst>
            <pc:docMk/>
            <pc:sldMasterMk cId="3943402393" sldId="2147483735"/>
            <pc:sldLayoutMk cId="3183934319" sldId="2147483731"/>
          </pc:sldLayoutMkLst>
        </pc:sldLayoutChg>
        <pc:sldLayoutChg chg="add">
          <pc:chgData name="miri chavay" userId="5dd12e99b5e698f7" providerId="LiveId" clId="{205375D9-E7DA-469F-BB61-F0B5F08C2B2A}" dt="2026-01-01T14:55:54.600" v="3" actId="26606"/>
          <pc:sldLayoutMkLst>
            <pc:docMk/>
            <pc:sldMasterMk cId="3943402393" sldId="2147483735"/>
            <pc:sldLayoutMk cId="280188274" sldId="2147483732"/>
          </pc:sldLayoutMkLst>
        </pc:sldLayoutChg>
        <pc:sldLayoutChg chg="addSp delSp modSp add mod">
          <pc:chgData name="miri chavay" userId="5dd12e99b5e698f7" providerId="LiveId" clId="{205375D9-E7DA-469F-BB61-F0B5F08C2B2A}" dt="2026-01-03T15:10:02.559" v="166"/>
          <pc:sldLayoutMkLst>
            <pc:docMk/>
            <pc:sldMasterMk cId="3943402393" sldId="2147483735"/>
            <pc:sldLayoutMk cId="3705345547" sldId="2147483733"/>
          </pc:sldLayoutMkLst>
          <pc:picChg chg="add mod">
            <ac:chgData name="miri chavay" userId="5dd12e99b5e698f7" providerId="LiveId" clId="{205375D9-E7DA-469F-BB61-F0B5F08C2B2A}" dt="2026-01-03T15:10:02.559" v="166"/>
            <ac:picMkLst>
              <pc:docMk/>
              <pc:sldMasterMk cId="3943402393" sldId="2147483735"/>
              <pc:sldLayoutMk cId="3705345547" sldId="2147483733"/>
              <ac:picMk id="7" creationId="{4066CD35-6264-4718-C135-A59DB2319971}"/>
            </ac:picMkLst>
          </pc:picChg>
        </pc:sldLayoutChg>
        <pc:sldLayoutChg chg="add">
          <pc:chgData name="miri chavay" userId="5dd12e99b5e698f7" providerId="LiveId" clId="{205375D9-E7DA-469F-BB61-F0B5F08C2B2A}" dt="2026-01-01T14:55:54.600" v="3" actId="26606"/>
          <pc:sldLayoutMkLst>
            <pc:docMk/>
            <pc:sldMasterMk cId="3943402393" sldId="2147483735"/>
            <pc:sldLayoutMk cId="2149115737" sldId="2147483734"/>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80188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11EAACC7-3B3F-47D1-959A-EF58926E955E}" type="datetimeFigureOut">
              <a:rPr lang="en-US" smtClean="0"/>
              <a:t>1/10/2026</a:t>
            </a:fld>
            <a:endParaRPr lang="en-US"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a:t>
            </a:fld>
            <a:endParaRPr lang="en-US"/>
          </a:p>
        </p:txBody>
      </p:sp>
      <p:pic>
        <p:nvPicPr>
          <p:cNvPr id="7" name="Picture 4" descr="Brain outline vector illustration 20 | Premium AI-generated vector">
            <a:extLst>
              <a:ext uri="{FF2B5EF4-FFF2-40B4-BE49-F238E27FC236}">
                <a16:creationId xmlns:a16="http://schemas.microsoft.com/office/drawing/2014/main" id="{4066CD35-6264-4718-C135-A59DB2319971}"/>
              </a:ext>
            </a:extLst>
          </p:cNvPr>
          <p:cNvPicPr>
            <a:picLocks noChangeAspect="1" noChangeArrowheads="1"/>
          </p:cNvPicPr>
          <p:nvPr userDrawn="1"/>
        </p:nvPicPr>
        <p:blipFill>
          <a:blip r:embed="rId2">
            <a:alphaModFix amt="9000"/>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p:spPr>
      </p:pic>
    </p:spTree>
    <p:extLst>
      <p:ext uri="{BB962C8B-B14F-4D97-AF65-F5344CB8AC3E}">
        <p14:creationId xmlns:p14="http://schemas.microsoft.com/office/powerpoint/2010/main" val="370534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149115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595992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908703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29541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963234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95990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699072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122540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11EAACC7-3B3F-47D1-959A-EF58926E955E}" type="datetimeFigureOut">
              <a:rPr lang="en-US" smtClean="0"/>
              <a:t>1/10/2026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183934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lIns="91440" tIns="45720" rIns="91440" bIns="45720" anchor="ct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lIns="91440" tIns="45720" rIns="91440" bIns="4572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lIns="91440" tIns="45720" rIns="91440" bIns="45720" anchor="ctr"/>
          <a:lstStyle>
            <a:lvl1pPr algn="r">
              <a:defRPr sz="1100">
                <a:solidFill>
                  <a:schemeClr val="tx2"/>
                </a:solidFill>
                <a:latin typeface="+mn-lt"/>
              </a:defRPr>
            </a:lvl1pPr>
          </a:lstStyle>
          <a:p>
            <a:fld id="{11EAACC7-3B3F-47D1-959A-EF58926E955E}" type="datetimeFigureOut">
              <a:rPr lang="en-US" smtClean="0"/>
              <a:t>1/10/2026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lIns="91440" tIns="45720" rIns="91440" bIns="45720" anchor="ctr"/>
          <a:lstStyle>
            <a:lvl1pPr algn="l">
              <a:defRPr sz="1200" b="1" spc="30" baseline="0">
                <a:solidFill>
                  <a:schemeClr val="tx2"/>
                </a:solidFill>
                <a:latin typeface="+mj-lt"/>
              </a:defRPr>
            </a:lvl1pPr>
          </a:lstStyle>
          <a:p>
            <a:endParaRPr lang="en-US" dirty="0"/>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lIns="91440" tIns="45720" rIns="91440" bIns="45720" anchor="ctr"/>
          <a:lstStyle>
            <a:lvl1pPr algn="r">
              <a:defRPr sz="1100">
                <a:solidFill>
                  <a:schemeClr val="tx2"/>
                </a:solidFill>
                <a:latin typeface="+mn-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3943402393"/>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25" r:id="rId4"/>
    <p:sldLayoutId id="2147483724"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100000"/>
        </a:lnSpc>
        <a:spcBef>
          <a:spcPct val="0"/>
        </a:spcBef>
        <a:buNone/>
        <a:defRPr sz="5200" i="0" kern="1200" cap="none" baseline="0">
          <a:solidFill>
            <a:schemeClr val="tx2"/>
          </a:solidFill>
          <a:latin typeface="+mj-lt"/>
          <a:ea typeface="+mj-ea"/>
          <a:cs typeface="+mj-cs"/>
        </a:defRPr>
      </a:lvl1pPr>
    </p:titleStyle>
    <p:bodyStyle>
      <a:lvl1pPr marL="228600" indent="-228600" algn="l" defTabSz="914400" rtl="0" eaLnBrk="1" latinLnBrk="0" hangingPunct="1">
        <a:lnSpc>
          <a:spcPct val="119000"/>
        </a:lnSpc>
        <a:spcBef>
          <a:spcPts val="1000"/>
        </a:spcBef>
        <a:buSzPct val="80000"/>
        <a:buFont typeface="Arial" panose="020B0604020202020204" pitchFamily="34" charset="0"/>
        <a:buChar char="•"/>
        <a:defRPr sz="2200" kern="1200">
          <a:solidFill>
            <a:schemeClr val="tx2"/>
          </a:solidFill>
          <a:latin typeface="+mn-lt"/>
          <a:ea typeface="+mn-ea"/>
          <a:cs typeface="+mn-cs"/>
        </a:defRPr>
      </a:lvl1pPr>
      <a:lvl2pPr marL="685800" indent="-228600" algn="l" defTabSz="914400" rtl="0" eaLnBrk="1" latinLnBrk="0" hangingPunct="1">
        <a:lnSpc>
          <a:spcPct val="119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19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19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thegoanpanda/brain-tumor-stage-based-recurrence-patterns/data" TargetMode="External"/><Relationship Id="rId2" Type="http://schemas.openxmlformats.org/officeDocument/2006/relationships/hyperlink" Target="https://www.kaggle.com/datasets/thegoanpanda/brain-tumor-stage-based-recurrence-patterns?resource=download&amp;utm_source=chatgpt.com" TargetMode="External"/><Relationship Id="rId1" Type="http://schemas.openxmlformats.org/officeDocument/2006/relationships/slideLayout" Target="../slideLayouts/slideLayout2.xml"/><Relationship Id="rId4" Type="http://schemas.openxmlformats.org/officeDocument/2006/relationships/hyperlink" Target="https://github.com/seladan1/Final-Project.g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5" Type="http://schemas.openxmlformats.org/officeDocument/2006/relationships/image" Target="../media/image33.jpeg"/><Relationship Id="rId4" Type="http://schemas.openxmlformats.org/officeDocument/2006/relationships/image" Target="../media/image32.jpe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BC88933B-CFB2-4662-9CA9-2C1E08385B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0">
            <a:extLst>
              <a:ext uri="{FF2B5EF4-FFF2-40B4-BE49-F238E27FC236}">
                <a16:creationId xmlns:a16="http://schemas.microsoft.com/office/drawing/2014/main" id="{F909EEE1-52DB-4A86-AFCE-CCE9041848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כותרת משנה 2">
            <a:extLst>
              <a:ext uri="{FF2B5EF4-FFF2-40B4-BE49-F238E27FC236}">
                <a16:creationId xmlns:a16="http://schemas.microsoft.com/office/drawing/2014/main" id="{7BE62C1B-6247-4983-0975-F6F3182DB185}"/>
              </a:ext>
            </a:extLst>
          </p:cNvPr>
          <p:cNvSpPr>
            <a:spLocks noGrp="1"/>
          </p:cNvSpPr>
          <p:nvPr>
            <p:ph type="subTitle" idx="1"/>
          </p:nvPr>
        </p:nvSpPr>
        <p:spPr>
          <a:xfrm>
            <a:off x="795737" y="2828760"/>
            <a:ext cx="10845800" cy="3917844"/>
          </a:xfrm>
        </p:spPr>
        <p:txBody>
          <a:bodyPr>
            <a:noAutofit/>
          </a:bodyPr>
          <a:lstStyle/>
          <a:p>
            <a:pPr algn="l"/>
            <a:r>
              <a:rPr lang="en-US" b="0" i="1" dirty="0"/>
              <a:t>Dataset Overview and Exploratory Analysis</a:t>
            </a:r>
            <a:endParaRPr lang="en-US" b="0" dirty="0"/>
          </a:p>
          <a:p>
            <a:pPr algn="l"/>
            <a:br>
              <a:rPr lang="en-US" b="0" dirty="0"/>
            </a:br>
            <a:endParaRPr lang="en-US" b="0" dirty="0"/>
          </a:p>
          <a:p>
            <a:pPr algn="l"/>
            <a:r>
              <a:rPr lang="en-US" dirty="0"/>
              <a:t>Submitted by:</a:t>
            </a:r>
            <a:r>
              <a:rPr lang="en-US" b="0" dirty="0"/>
              <a:t> Dana Sela 314813429, Miriam Chavay 213287790, Ayal Adler 209520998, Tamar </a:t>
            </a:r>
            <a:r>
              <a:rPr lang="en-US" b="0" dirty="0" err="1"/>
              <a:t>Krakover</a:t>
            </a:r>
            <a:r>
              <a:rPr lang="en-US" b="0" dirty="0"/>
              <a:t> 213273105.</a:t>
            </a:r>
          </a:p>
          <a:p>
            <a:pPr algn="l"/>
            <a:r>
              <a:rPr lang="en-US" dirty="0"/>
              <a:t>Submission Date: </a:t>
            </a:r>
            <a:r>
              <a:rPr lang="en-US" b="0" dirty="0"/>
              <a:t>15 \ 01 \ 26</a:t>
            </a:r>
          </a:p>
          <a:p>
            <a:pPr algn="l"/>
            <a:r>
              <a:rPr lang="en-US" dirty="0"/>
              <a:t>Course: </a:t>
            </a:r>
            <a:r>
              <a:rPr lang="en-US" b="0" dirty="0"/>
              <a:t>Data Analysis in Python</a:t>
            </a:r>
            <a:endParaRPr lang="he-IL" dirty="0"/>
          </a:p>
        </p:txBody>
      </p:sp>
      <p:cxnSp>
        <p:nvCxnSpPr>
          <p:cNvPr id="19" name="Straight Connector 12">
            <a:extLst>
              <a:ext uri="{FF2B5EF4-FFF2-40B4-BE49-F238E27FC236}">
                <a16:creationId xmlns:a16="http://schemas.microsoft.com/office/drawing/2014/main" id="{326FE4BA-3BD1-4AB3-A3EB-39FF16D964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418764" y="0"/>
            <a:ext cx="815637" cy="685734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BD85EF3-E980-4EF9-BF91-C0540D302A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a:endCxn id="15" idx="2"/>
          </p:cNvCxnSpPr>
          <p:nvPr>
            <p:extLst>
              <p:ext uri="{386F3935-93C4-4BCD-93E2-E3B085C9AB24}">
                <p16:designElem xmlns:p16="http://schemas.microsoft.com/office/powerpoint/2015/main" val="1"/>
              </p:ext>
            </p:extLst>
          </p:nvPr>
        </p:nvCxnSpPr>
        <p:spPr>
          <a:xfrm>
            <a:off x="0" y="5468380"/>
            <a:ext cx="6096000" cy="138961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 name="כותרת 4">
            <a:extLst>
              <a:ext uri="{FF2B5EF4-FFF2-40B4-BE49-F238E27FC236}">
                <a16:creationId xmlns:a16="http://schemas.microsoft.com/office/drawing/2014/main" id="{887A74AF-5CE0-CC8F-A79E-31DB97F6A939}"/>
              </a:ext>
            </a:extLst>
          </p:cNvPr>
          <p:cNvSpPr>
            <a:spLocks noGrp="1"/>
          </p:cNvSpPr>
          <p:nvPr>
            <p:ph type="ctrTitle"/>
          </p:nvPr>
        </p:nvSpPr>
        <p:spPr>
          <a:xfrm>
            <a:off x="968762" y="622470"/>
            <a:ext cx="10499750" cy="1923850"/>
          </a:xfrm>
        </p:spPr>
        <p:txBody>
          <a:bodyPr/>
          <a:lstStyle/>
          <a:p>
            <a:br>
              <a:rPr lang="en-US" b="1" dirty="0"/>
            </a:br>
            <a:br>
              <a:rPr lang="en-US" b="1" dirty="0"/>
            </a:br>
            <a:br>
              <a:rPr lang="en-US" b="1" dirty="0"/>
            </a:br>
            <a:r>
              <a:rPr lang="en-US" b="1" dirty="0"/>
              <a:t>Brain Tumor Stage-Based Recurrence Patterns</a:t>
            </a:r>
            <a:endParaRPr lang="he-IL" dirty="0"/>
          </a:p>
        </p:txBody>
      </p:sp>
      <p:pic>
        <p:nvPicPr>
          <p:cNvPr id="1028" name="Picture 4" descr="Brain outline vector illustration 20 | Premium AI-generated vector">
            <a:extLst>
              <a:ext uri="{FF2B5EF4-FFF2-40B4-BE49-F238E27FC236}">
                <a16:creationId xmlns:a16="http://schemas.microsoft.com/office/drawing/2014/main" id="{481B2023-D887-E1F7-F3B1-D778E71A976B}"/>
              </a:ext>
            </a:extLst>
          </p:cNvPr>
          <p:cNvPicPr>
            <a:picLocks noChangeAspect="1" noChangeArrowheads="1"/>
          </p:cNvPicPr>
          <p:nvPr/>
        </p:nvPicPr>
        <p:blipFill>
          <a:blip r:embed="rId2">
            <a:alphaModFix amt="9000"/>
            <a:extLst>
              <a:ext uri="{28A0092B-C50C-407E-A947-70E740481C1C}">
                <a14:useLocalDpi xmlns:a14="http://schemas.microsoft.com/office/drawing/2010/main" val="0"/>
              </a:ext>
            </a:extLst>
          </a:blip>
          <a:srcRect/>
          <a:stretch>
            <a:fillRect/>
          </a:stretch>
        </p:blipFill>
        <p:spPr bwMode="auto">
          <a:xfrm>
            <a:off x="2789637" y="-111396"/>
            <a:ext cx="6858000" cy="6858000"/>
          </a:xfrm>
          <a:prstGeom prst="rect">
            <a:avLst/>
          </a:prstGeom>
          <a:noFill/>
        </p:spPr>
      </p:pic>
    </p:spTree>
    <p:extLst>
      <p:ext uri="{BB962C8B-B14F-4D97-AF65-F5344CB8AC3E}">
        <p14:creationId xmlns:p14="http://schemas.microsoft.com/office/powerpoint/2010/main" val="2678832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
            <a:extLst>
              <a:ext uri="{FF2B5EF4-FFF2-40B4-BE49-F238E27FC236}">
                <a16:creationId xmlns:a16="http://schemas.microsoft.com/office/drawing/2014/main" id="{5B5478AC-F1B7-5526-1AE0-8F6E0F89DAB4}"/>
              </a:ext>
            </a:extLst>
          </p:cNvPr>
          <p:cNvSpPr txBox="1"/>
          <p:nvPr/>
        </p:nvSpPr>
        <p:spPr>
          <a:xfrm>
            <a:off x="1388533" y="491066"/>
            <a:ext cx="9025467" cy="830997"/>
          </a:xfrm>
          <a:prstGeom prst="rect">
            <a:avLst/>
          </a:prstGeom>
          <a:noFill/>
        </p:spPr>
        <p:txBody>
          <a:bodyPr wrap="square" rtlCol="1">
            <a:spAutoFit/>
          </a:bodyPr>
          <a:lstStyle/>
          <a:p>
            <a:pPr algn="l" rtl="0"/>
            <a:r>
              <a:rPr lang="en-US" sz="4800" b="1" i="1">
                <a:solidFill>
                  <a:schemeClr val="accent2">
                    <a:lumMod val="75000"/>
                  </a:schemeClr>
                </a:solidFill>
                <a:latin typeface="+mj-lt"/>
              </a:rPr>
              <a:t>Dataset Overview</a:t>
            </a:r>
            <a:endParaRPr lang="en-US" sz="7200" b="0" dirty="0">
              <a:solidFill>
                <a:schemeClr val="accent2">
                  <a:lumMod val="75000"/>
                </a:schemeClr>
              </a:solidFill>
              <a:effectLst/>
              <a:latin typeface="+mj-lt"/>
            </a:endParaRPr>
          </a:p>
        </p:txBody>
      </p:sp>
      <p:sp>
        <p:nvSpPr>
          <p:cNvPr id="4" name="תיבת טקסט 3">
            <a:extLst>
              <a:ext uri="{FF2B5EF4-FFF2-40B4-BE49-F238E27FC236}">
                <a16:creationId xmlns:a16="http://schemas.microsoft.com/office/drawing/2014/main" id="{44EEB4BF-5ECC-CE93-C527-5A1C8D5F26CB}"/>
              </a:ext>
            </a:extLst>
          </p:cNvPr>
          <p:cNvSpPr txBox="1"/>
          <p:nvPr/>
        </p:nvSpPr>
        <p:spPr>
          <a:xfrm>
            <a:off x="1388533" y="1796627"/>
            <a:ext cx="9821334" cy="4092211"/>
          </a:xfrm>
          <a:prstGeom prst="rect">
            <a:avLst/>
          </a:prstGeom>
          <a:noFill/>
        </p:spPr>
        <p:txBody>
          <a:bodyPr wrap="square" rtlCol="1">
            <a:spAutoFit/>
          </a:bodyPr>
          <a:lstStyle/>
          <a:p>
            <a:pPr algn="l" rtl="0">
              <a:lnSpc>
                <a:spcPct val="150000"/>
              </a:lnSpc>
            </a:pPr>
            <a:r>
              <a:rPr lang="en-US" sz="2200" b="1" dirty="0"/>
              <a:t>Dataset name: </a:t>
            </a:r>
            <a:r>
              <a:rPr lang="en-US" sz="2200" dirty="0"/>
              <a:t>Brain Tumor Stage-Based Recurrence Patterns</a:t>
            </a:r>
            <a:endParaRPr lang="en-US" sz="2200" b="0" dirty="0">
              <a:effectLst/>
            </a:endParaRPr>
          </a:p>
          <a:p>
            <a:pPr algn="l" rtl="0">
              <a:lnSpc>
                <a:spcPct val="150000"/>
              </a:lnSpc>
            </a:pPr>
            <a:r>
              <a:rPr lang="en-US" sz="2200" b="1" dirty="0"/>
              <a:t>Source:</a:t>
            </a:r>
            <a:r>
              <a:rPr lang="en-US" sz="2200" dirty="0"/>
              <a:t> Kaggle</a:t>
            </a:r>
            <a:endParaRPr lang="en-US" sz="2200" b="0" dirty="0">
              <a:effectLst/>
            </a:endParaRPr>
          </a:p>
          <a:p>
            <a:pPr algn="l" rtl="0">
              <a:lnSpc>
                <a:spcPct val="150000"/>
              </a:lnSpc>
            </a:pPr>
            <a:r>
              <a:rPr lang="en-US" sz="2200" b="1" dirty="0"/>
              <a:t>Direct link to dataset:</a:t>
            </a:r>
            <a:r>
              <a:rPr lang="en-US" sz="2200" b="1" dirty="0">
                <a:hlinkClick r:id="rId2"/>
              </a:rPr>
              <a:t> </a:t>
            </a:r>
            <a:endParaRPr lang="en-US" sz="2200" b="0" dirty="0">
              <a:effectLst/>
            </a:endParaRPr>
          </a:p>
          <a:p>
            <a:pPr algn="l" rtl="0">
              <a:lnSpc>
                <a:spcPct val="150000"/>
              </a:lnSpc>
            </a:pPr>
            <a:r>
              <a:rPr lang="en-US" sz="2200" u="sng" dirty="0">
                <a:hlinkClick r:id="rId3"/>
              </a:rPr>
              <a:t>https://www.kaggle.com/datasets/thegoanpanda/brain-tumor-stage-based-recurrence-patterns/data</a:t>
            </a:r>
            <a:endParaRPr lang="en-US" sz="2200" b="0" dirty="0">
              <a:effectLst/>
            </a:endParaRPr>
          </a:p>
          <a:p>
            <a:pPr algn="l">
              <a:lnSpc>
                <a:spcPct val="150000"/>
              </a:lnSpc>
            </a:pPr>
            <a:r>
              <a:rPr lang="en-US" sz="2200" b="1" dirty="0"/>
              <a:t>File type:</a:t>
            </a:r>
            <a:r>
              <a:rPr lang="en-US" sz="2200" dirty="0"/>
              <a:t> CSV file</a:t>
            </a:r>
            <a:endParaRPr lang="he-IL" sz="2200" dirty="0"/>
          </a:p>
          <a:p>
            <a:pPr algn="l">
              <a:lnSpc>
                <a:spcPct val="150000"/>
              </a:lnSpc>
            </a:pPr>
            <a:r>
              <a:rPr lang="en-US" sz="2200" b="1" dirty="0"/>
              <a:t>Link to </a:t>
            </a:r>
            <a:r>
              <a:rPr lang="en-US" sz="2200" b="1" dirty="0" err="1"/>
              <a:t>Github</a:t>
            </a:r>
            <a:r>
              <a:rPr lang="en-US" sz="2200" b="1" dirty="0"/>
              <a:t>:</a:t>
            </a:r>
          </a:p>
          <a:p>
            <a:pPr algn="l">
              <a:lnSpc>
                <a:spcPct val="150000"/>
              </a:lnSpc>
            </a:pPr>
            <a:r>
              <a:rPr lang="en-US" sz="2200" dirty="0">
                <a:hlinkClick r:id="rId4"/>
              </a:rPr>
              <a:t>https://github.com/seladan1/Final-Project.git</a:t>
            </a:r>
            <a:endParaRPr lang="he-IL" sz="2200" dirty="0"/>
          </a:p>
        </p:txBody>
      </p:sp>
    </p:spTree>
    <p:extLst>
      <p:ext uri="{BB962C8B-B14F-4D97-AF65-F5344CB8AC3E}">
        <p14:creationId xmlns:p14="http://schemas.microsoft.com/office/powerpoint/2010/main" val="2662182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7"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24" name="Rectangle 21">
            <a:extLst>
              <a:ext uri="{FF2B5EF4-FFF2-40B4-BE49-F238E27FC236}">
                <a16:creationId xmlns:a16="http://schemas.microsoft.com/office/drawing/2014/main" id="{81775E6C-9FE7-4AE4-ABE7-2568D95DE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23">
            <a:extLst>
              <a:ext uri="{FF2B5EF4-FFF2-40B4-BE49-F238E27FC236}">
                <a16:creationId xmlns:a16="http://schemas.microsoft.com/office/drawing/2014/main" id="{6F1D8699-067D-4768-9F87-3E302B379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3"/>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FAC2AD04-EF98-8B61-F12B-E1F6CB701B97}"/>
              </a:ext>
            </a:extLst>
          </p:cNvPr>
          <p:cNvSpPr>
            <a:spLocks noGrp="1"/>
          </p:cNvSpPr>
          <p:nvPr>
            <p:ph type="title" idx="4294967295"/>
          </p:nvPr>
        </p:nvSpPr>
        <p:spPr>
          <a:xfrm>
            <a:off x="1129552" y="584791"/>
            <a:ext cx="9932896" cy="1148665"/>
          </a:xfrm>
        </p:spPr>
        <p:txBody>
          <a:bodyPr>
            <a:normAutofit/>
          </a:bodyPr>
          <a:lstStyle/>
          <a:p>
            <a:r>
              <a:rPr lang="en-US" b="1" i="1"/>
              <a:t>The Core Questions</a:t>
            </a:r>
            <a:endParaRPr lang="he-IL"/>
          </a:p>
        </p:txBody>
      </p:sp>
      <p:cxnSp>
        <p:nvCxnSpPr>
          <p:cNvPr id="126" name="Straight Connector 25">
            <a:extLst>
              <a:ext uri="{FF2B5EF4-FFF2-40B4-BE49-F238E27FC236}">
                <a16:creationId xmlns:a16="http://schemas.microsoft.com/office/drawing/2014/main" id="{E8A66062-E0FE-4EE7-9840-EC05B87ACF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27">
            <a:extLst>
              <a:ext uri="{FF2B5EF4-FFF2-40B4-BE49-F238E27FC236}">
                <a16:creationId xmlns:a16="http://schemas.microsoft.com/office/drawing/2014/main" id="{7A364443-B44B-44C9-B8C4-AED23CB621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49745" y="0"/>
            <a:ext cx="340591" cy="200955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29">
            <a:extLst>
              <a:ext uri="{FF2B5EF4-FFF2-40B4-BE49-F238E27FC236}">
                <a16:creationId xmlns:a16="http://schemas.microsoft.com/office/drawing/2014/main" id="{A3B4C179-2540-4304-9C9C-2AAAA53EFD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1313983"/>
            <a:ext cx="1769035" cy="69557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31">
            <a:extLst>
              <a:ext uri="{FF2B5EF4-FFF2-40B4-BE49-F238E27FC236}">
                <a16:creationId xmlns:a16="http://schemas.microsoft.com/office/drawing/2014/main" id="{C5950BAB-F521-4A52-A263-D105789771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1150" y="1185530"/>
            <a:ext cx="4860850" cy="8240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33">
            <a:extLst>
              <a:ext uri="{FF2B5EF4-FFF2-40B4-BE49-F238E27FC236}">
                <a16:creationId xmlns:a16="http://schemas.microsoft.com/office/drawing/2014/main" id="{B3087726-EFA7-48B6-8527-80902BB558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968704" y="14436"/>
            <a:ext cx="2147217" cy="199511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35">
            <a:extLst>
              <a:ext uri="{FF2B5EF4-FFF2-40B4-BE49-F238E27FC236}">
                <a16:creationId xmlns:a16="http://schemas.microsoft.com/office/drawing/2014/main" id="{8E972B62-9819-493C-A305-2C04A2D432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94353" y="0"/>
            <a:ext cx="239059" cy="200955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32" name="מציין מיקום תוכן 2">
            <a:extLst>
              <a:ext uri="{FF2B5EF4-FFF2-40B4-BE49-F238E27FC236}">
                <a16:creationId xmlns:a16="http://schemas.microsoft.com/office/drawing/2014/main" id="{F877052A-3BE9-870F-A052-DE82F8765FC1}"/>
              </a:ext>
            </a:extLst>
          </p:cNvPr>
          <p:cNvSpPr>
            <a:spLocks noGrp="1"/>
          </p:cNvSpPr>
          <p:nvPr>
            <p:ph idx="4294967295"/>
          </p:nvPr>
        </p:nvSpPr>
        <p:spPr>
          <a:xfrm>
            <a:off x="1129552" y="2623302"/>
            <a:ext cx="9932896" cy="3553660"/>
          </a:xfrm>
        </p:spPr>
        <p:txBody>
          <a:bodyPr anchor="ctr">
            <a:normAutofit/>
          </a:bodyPr>
          <a:lstStyle/>
          <a:p>
            <a:pPr marL="457200" indent="-457200" fontAlgn="base">
              <a:buFont typeface="+mj-lt"/>
              <a:buAutoNum type="arabicPeriod"/>
            </a:pPr>
            <a:r>
              <a:rPr lang="en-US" dirty="0"/>
              <a:t>Can we predict the chances of a tumor recurrence based on its initial location?</a:t>
            </a:r>
          </a:p>
          <a:p>
            <a:pPr marL="457200" indent="-457200" fontAlgn="base">
              <a:buFont typeface="+mj-lt"/>
              <a:buAutoNum type="arabicPeriod"/>
            </a:pPr>
            <a:r>
              <a:rPr lang="en-US" dirty="0"/>
              <a:t>Is there a correlation between the survival time and the age of the patient (at the time of diagnosis)?</a:t>
            </a:r>
          </a:p>
          <a:p>
            <a:pPr marL="457200" indent="-457200" fontAlgn="base">
              <a:buFont typeface="+mj-lt"/>
              <a:buAutoNum type="arabicPeriod"/>
            </a:pPr>
            <a:r>
              <a:rPr lang="en-US" dirty="0"/>
              <a:t>Is there a connection between the survival time and the patient's gender?</a:t>
            </a:r>
          </a:p>
          <a:p>
            <a:pPr marL="457200" indent="-457200" fontAlgn="base">
              <a:buFont typeface="+mj-lt"/>
              <a:buAutoNum type="arabicPeriod"/>
            </a:pPr>
            <a:r>
              <a:rPr lang="en-US" dirty="0"/>
              <a:t>Can we predict the treatment outcome based on the chosen treatment?</a:t>
            </a:r>
          </a:p>
          <a:p>
            <a:pPr marL="457200" indent="-457200" fontAlgn="base">
              <a:buFont typeface="+mj-lt"/>
              <a:buAutoNum type="arabicPeriod"/>
            </a:pPr>
            <a:r>
              <a:rPr lang="en-US" dirty="0"/>
              <a:t>Can tumor type predict the tumor grade at initial diagnosis?</a:t>
            </a:r>
          </a:p>
          <a:p>
            <a:endParaRPr lang="he-IL" dirty="0"/>
          </a:p>
        </p:txBody>
      </p:sp>
    </p:spTree>
    <p:extLst>
      <p:ext uri="{BB962C8B-B14F-4D97-AF65-F5344CB8AC3E}">
        <p14:creationId xmlns:p14="http://schemas.microsoft.com/office/powerpoint/2010/main" val="689710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1FAC49-757B-2F01-F674-560206FAE26F}"/>
            </a:ext>
          </a:extLst>
        </p:cNvPr>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2B78D151-52A1-46B3-8374-570DA802E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812B206-25E9-4F8B-AED7-8353BA625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49100"/>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E142A6D3-8DB2-4EE4-B19A-4C40D070FE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0990" y="4849100"/>
            <a:ext cx="2366826" cy="20089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D73BD45-87D9-44BD-8E6F-A575FFD9C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a:endCxn id="12" idx="1"/>
          </p:cNvCxnSpPr>
          <p:nvPr>
            <p:extLst>
              <p:ext uri="{386F3935-93C4-4BCD-93E2-E3B085C9AB24}">
                <p16:designElem xmlns:p16="http://schemas.microsoft.com/office/powerpoint/2015/main" val="1"/>
              </p:ext>
            </p:extLst>
          </p:nvPr>
        </p:nvCxnSpPr>
        <p:spPr>
          <a:xfrm flipH="1">
            <a:off x="0" y="4849099"/>
            <a:ext cx="3027816" cy="100445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כותרת 1">
            <a:extLst>
              <a:ext uri="{FF2B5EF4-FFF2-40B4-BE49-F238E27FC236}">
                <a16:creationId xmlns:a16="http://schemas.microsoft.com/office/drawing/2014/main" id="{21350CBE-A76D-C033-B8F3-2569B6F82C07}"/>
              </a:ext>
            </a:extLst>
          </p:cNvPr>
          <p:cNvSpPr>
            <a:spLocks noGrp="1"/>
          </p:cNvSpPr>
          <p:nvPr>
            <p:ph type="title"/>
          </p:nvPr>
        </p:nvSpPr>
        <p:spPr>
          <a:xfrm>
            <a:off x="660990" y="5358024"/>
            <a:ext cx="10882168" cy="1043750"/>
          </a:xfrm>
        </p:spPr>
        <p:txBody>
          <a:bodyPr>
            <a:normAutofit fontScale="90000"/>
          </a:bodyPr>
          <a:lstStyle/>
          <a:p>
            <a:pPr>
              <a:lnSpc>
                <a:spcPct val="90000"/>
              </a:lnSpc>
            </a:pPr>
            <a:r>
              <a:rPr lang="en-US" sz="3100" b="1" dirty="0"/>
              <a:t>1. Can we predict the chances of a tumor recurrence based on its initial location?</a:t>
            </a:r>
            <a:br>
              <a:rPr lang="en-US" sz="3100" b="1" dirty="0"/>
            </a:br>
            <a:br>
              <a:rPr lang="en-US" sz="3100" b="1" dirty="0"/>
            </a:br>
            <a:r>
              <a:rPr lang="en-US" sz="3100" b="1" dirty="0">
                <a:solidFill>
                  <a:schemeClr val="accent2">
                    <a:lumMod val="75000"/>
                  </a:schemeClr>
                </a:solidFill>
              </a:rPr>
              <a:t>Final code</a:t>
            </a:r>
            <a:br>
              <a:rPr lang="en-US" sz="1300" dirty="0"/>
            </a:br>
            <a:endParaRPr lang="he-IL" sz="1300" dirty="0"/>
          </a:p>
        </p:txBody>
      </p:sp>
      <p:pic>
        <p:nvPicPr>
          <p:cNvPr id="7" name="תמונה 6" descr="תמונה שמכילה טקסט, צילום מסך, גופן, מסמך&#10;&#10;תוכן בינה מלאכותית גנרטיבית עשוי להיות שגוי.">
            <a:extLst>
              <a:ext uri="{FF2B5EF4-FFF2-40B4-BE49-F238E27FC236}">
                <a16:creationId xmlns:a16="http://schemas.microsoft.com/office/drawing/2014/main" id="{C14DC1AA-8741-E9FA-E24F-3F162310E907}"/>
              </a:ext>
            </a:extLst>
          </p:cNvPr>
          <p:cNvPicPr>
            <a:picLocks noChangeAspect="1"/>
          </p:cNvPicPr>
          <p:nvPr/>
        </p:nvPicPr>
        <p:blipFill>
          <a:blip r:embed="rId2"/>
          <a:stretch>
            <a:fillRect/>
          </a:stretch>
        </p:blipFill>
        <p:spPr>
          <a:xfrm>
            <a:off x="619738" y="551062"/>
            <a:ext cx="5215584" cy="3768259"/>
          </a:xfrm>
          <a:prstGeom prst="rect">
            <a:avLst/>
          </a:prstGeom>
        </p:spPr>
      </p:pic>
      <p:pic>
        <p:nvPicPr>
          <p:cNvPr id="11" name="תמונה 10" descr="תמונה שמכילה טקסט, צילום מסך, מסמך, גופן&#10;&#10;תוכן בינה מלאכותית גנרטיבית עשוי להיות שגוי.">
            <a:extLst>
              <a:ext uri="{FF2B5EF4-FFF2-40B4-BE49-F238E27FC236}">
                <a16:creationId xmlns:a16="http://schemas.microsoft.com/office/drawing/2014/main" id="{F50C5F73-ABFC-9575-0A7F-B3940360E9CA}"/>
              </a:ext>
            </a:extLst>
          </p:cNvPr>
          <p:cNvPicPr>
            <a:picLocks noChangeAspect="1"/>
          </p:cNvPicPr>
          <p:nvPr/>
        </p:nvPicPr>
        <p:blipFill>
          <a:blip r:embed="rId3"/>
          <a:stretch>
            <a:fillRect/>
          </a:stretch>
        </p:blipFill>
        <p:spPr>
          <a:xfrm>
            <a:off x="6286992" y="569506"/>
            <a:ext cx="5388261" cy="3731370"/>
          </a:xfrm>
          <a:prstGeom prst="rect">
            <a:avLst/>
          </a:prstGeom>
        </p:spPr>
      </p:pic>
      <p:cxnSp>
        <p:nvCxnSpPr>
          <p:cNvPr id="61" name="Straight Connector 60">
            <a:extLst>
              <a:ext uri="{FF2B5EF4-FFF2-40B4-BE49-F238E27FC236}">
                <a16:creationId xmlns:a16="http://schemas.microsoft.com/office/drawing/2014/main" id="{2178E38C-83CD-4BC6-893D-662EF9BFAA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4849098"/>
            <a:ext cx="339224" cy="200890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965CFDB-63A4-4033-A10B-8444138F68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2420" y="4849097"/>
            <a:ext cx="3309580" cy="138214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137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F486BD37-BC41-B595-F63A-F2388F4CAA16}"/>
              </a:ext>
            </a:extLst>
          </p:cNvPr>
          <p:cNvSpPr>
            <a:spLocks noGrp="1"/>
          </p:cNvSpPr>
          <p:nvPr>
            <p:ph type="title"/>
          </p:nvPr>
        </p:nvSpPr>
        <p:spPr>
          <a:xfrm>
            <a:off x="0" y="619974"/>
            <a:ext cx="3815653" cy="3150159"/>
          </a:xfrm>
        </p:spPr>
        <p:txBody>
          <a:bodyPr anchor="t">
            <a:normAutofit fontScale="90000"/>
          </a:bodyPr>
          <a:lstStyle/>
          <a:p>
            <a:pPr>
              <a:lnSpc>
                <a:spcPct val="150000"/>
              </a:lnSpc>
            </a:pPr>
            <a:r>
              <a:rPr lang="en-US" sz="3100" b="1" dirty="0"/>
              <a:t>1. Can we predict the chances of a tumor recurrence based on its initial location?</a:t>
            </a:r>
            <a:br>
              <a:rPr lang="en-US" sz="3100" b="1" dirty="0"/>
            </a:br>
            <a:br>
              <a:rPr lang="en-US" sz="3100" b="1" dirty="0"/>
            </a:br>
            <a:r>
              <a:rPr lang="en-US" sz="3100" b="1" dirty="0">
                <a:solidFill>
                  <a:schemeClr val="accent2">
                    <a:lumMod val="75000"/>
                  </a:schemeClr>
                </a:solidFill>
              </a:rPr>
              <a:t>Final code – </a:t>
            </a:r>
            <a:r>
              <a:rPr lang="en-US" sz="3100" b="1" dirty="0" err="1">
                <a:solidFill>
                  <a:schemeClr val="accent2">
                    <a:lumMod val="75000"/>
                  </a:schemeClr>
                </a:solidFill>
              </a:rPr>
              <a:t>gui</a:t>
            </a:r>
            <a:br>
              <a:rPr lang="en-US" sz="3100" b="1" dirty="0">
                <a:solidFill>
                  <a:schemeClr val="accent2">
                    <a:lumMod val="75000"/>
                  </a:schemeClr>
                </a:solidFill>
              </a:rPr>
            </a:br>
            <a:r>
              <a:rPr lang="en-US" sz="3100" b="1" dirty="0">
                <a:solidFill>
                  <a:schemeClr val="accent2">
                    <a:lumMod val="75000"/>
                  </a:schemeClr>
                </a:solidFill>
              </a:rPr>
              <a:t>graphic design</a:t>
            </a:r>
            <a:br>
              <a:rPr lang="en-US" sz="2800" dirty="0"/>
            </a:br>
            <a:endParaRPr lang="he-IL" sz="2800" dirty="0"/>
          </a:p>
        </p:txBody>
      </p:sp>
      <p:cxnSp>
        <p:nvCxnSpPr>
          <p:cNvPr id="26" name="Straight Connector 25">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5" name="תמונה 4" descr="תמונה שמכילה טקסט, צילום מסך, גופן, מספר&#10;&#10;תוכן בינה מלאכותית גנרטיבית עשוי להיות שגוי.">
            <a:extLst>
              <a:ext uri="{FF2B5EF4-FFF2-40B4-BE49-F238E27FC236}">
                <a16:creationId xmlns:a16="http://schemas.microsoft.com/office/drawing/2014/main" id="{50BCC6A5-9EDE-2368-B83B-C9E33BAE96B8}"/>
              </a:ext>
            </a:extLst>
          </p:cNvPr>
          <p:cNvPicPr>
            <a:picLocks noChangeAspect="1"/>
          </p:cNvPicPr>
          <p:nvPr/>
        </p:nvPicPr>
        <p:blipFill>
          <a:blip r:embed="rId2"/>
          <a:stretch>
            <a:fillRect/>
          </a:stretch>
        </p:blipFill>
        <p:spPr>
          <a:xfrm>
            <a:off x="5291273" y="689544"/>
            <a:ext cx="5643243" cy="5464629"/>
          </a:xfrm>
          <a:prstGeom prst="rect">
            <a:avLst/>
          </a:prstGeom>
        </p:spPr>
      </p:pic>
    </p:spTree>
    <p:extLst>
      <p:ext uri="{BB962C8B-B14F-4D97-AF65-F5344CB8AC3E}">
        <p14:creationId xmlns:p14="http://schemas.microsoft.com/office/powerpoint/2010/main" val="783074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8D413F-7E6A-7934-DDA7-81B17890E455}"/>
            </a:ext>
          </a:extLst>
        </p:cNvPr>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B2A0472F-3453-674F-E01E-8C97454626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FC67AC3-2290-A937-25D4-166D592253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1D67C24-EE6A-8952-FE31-89656EA909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EF82ED0-612F-8031-7681-BB91FE880F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FD591CC-0967-9CC1-395C-882E37A657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0280FC3-FFDF-5C99-3547-0785EC61FBB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91F3DA8-7A6B-8D39-6666-2C62D734F7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C9517B30-2ACA-D7DE-9827-33E048FEC4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6E6DFBE-8FAD-DC74-251A-ABD365A0C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49100"/>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3BF41DB2-950F-359B-DB5D-8DEB5FD71C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0990" y="4849100"/>
            <a:ext cx="2366826" cy="20089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3611FFB-CD61-0CD9-ED47-7DEF81A75F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951251" y="4812663"/>
            <a:ext cx="3027816" cy="100445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כותרת 1">
            <a:extLst>
              <a:ext uri="{FF2B5EF4-FFF2-40B4-BE49-F238E27FC236}">
                <a16:creationId xmlns:a16="http://schemas.microsoft.com/office/drawing/2014/main" id="{2F2869C3-D290-5EFC-AEA9-6E212B1C5F28}"/>
              </a:ext>
            </a:extLst>
          </p:cNvPr>
          <p:cNvSpPr>
            <a:spLocks noGrp="1"/>
          </p:cNvSpPr>
          <p:nvPr>
            <p:ph type="title"/>
          </p:nvPr>
        </p:nvSpPr>
        <p:spPr>
          <a:xfrm>
            <a:off x="660990" y="5358024"/>
            <a:ext cx="10882168" cy="1043750"/>
          </a:xfrm>
        </p:spPr>
        <p:txBody>
          <a:bodyPr>
            <a:normAutofit fontScale="90000"/>
          </a:bodyPr>
          <a:lstStyle/>
          <a:p>
            <a:pPr>
              <a:lnSpc>
                <a:spcPct val="90000"/>
              </a:lnSpc>
            </a:pPr>
            <a:r>
              <a:rPr lang="en-US" sz="3100" b="1" dirty="0"/>
              <a:t>1. Can we predict the chances of a tumor recurrence based on its initial location?</a:t>
            </a:r>
            <a:br>
              <a:rPr lang="en-US" sz="3100" b="1" dirty="0"/>
            </a:br>
            <a:br>
              <a:rPr lang="en-US" sz="3100" b="1" dirty="0"/>
            </a:br>
            <a:r>
              <a:rPr lang="en-US" sz="3100" b="1" dirty="0">
                <a:solidFill>
                  <a:schemeClr val="accent2">
                    <a:lumMod val="75000"/>
                  </a:schemeClr>
                </a:solidFill>
              </a:rPr>
              <a:t>Results</a:t>
            </a:r>
            <a:br>
              <a:rPr lang="en-US" sz="1300" dirty="0"/>
            </a:br>
            <a:endParaRPr lang="he-IL" sz="1300" dirty="0"/>
          </a:p>
        </p:txBody>
      </p:sp>
      <p:cxnSp>
        <p:nvCxnSpPr>
          <p:cNvPr id="61" name="Straight Connector 60">
            <a:extLst>
              <a:ext uri="{FF2B5EF4-FFF2-40B4-BE49-F238E27FC236}">
                <a16:creationId xmlns:a16="http://schemas.microsoft.com/office/drawing/2014/main" id="{B5892DE8-6B36-1E88-9739-C748311CBF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4849098"/>
            <a:ext cx="339224" cy="200890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7A57E0D-1703-38E0-FCCD-A8DF03BF2E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2420" y="4849097"/>
            <a:ext cx="3309580" cy="138214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0" name="חץ: ימינה 9">
            <a:extLst>
              <a:ext uri="{FF2B5EF4-FFF2-40B4-BE49-F238E27FC236}">
                <a16:creationId xmlns:a16="http://schemas.microsoft.com/office/drawing/2014/main" id="{B8891610-0A1B-F7EC-746D-B5912BA5A3A0}"/>
              </a:ext>
            </a:extLst>
          </p:cNvPr>
          <p:cNvSpPr/>
          <p:nvPr/>
        </p:nvSpPr>
        <p:spPr>
          <a:xfrm>
            <a:off x="2313420" y="3654857"/>
            <a:ext cx="446889" cy="29609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תמונה 15" descr="תמונה שמכילה טקסט, צילום מסך, תצוגה, גופן&#10;&#10;תוכן בינה מלאכותית גנרטיבית עשוי להיות שגוי.">
            <a:extLst>
              <a:ext uri="{FF2B5EF4-FFF2-40B4-BE49-F238E27FC236}">
                <a16:creationId xmlns:a16="http://schemas.microsoft.com/office/drawing/2014/main" id="{3C5469C2-051E-FFFD-A25C-BE810A27B080}"/>
              </a:ext>
            </a:extLst>
          </p:cNvPr>
          <p:cNvPicPr>
            <a:picLocks noChangeAspect="1"/>
          </p:cNvPicPr>
          <p:nvPr/>
        </p:nvPicPr>
        <p:blipFill>
          <a:blip r:embed="rId2"/>
          <a:stretch>
            <a:fillRect/>
          </a:stretch>
        </p:blipFill>
        <p:spPr>
          <a:xfrm>
            <a:off x="226173" y="2979721"/>
            <a:ext cx="1940977" cy="1646364"/>
          </a:xfrm>
          <a:prstGeom prst="rect">
            <a:avLst/>
          </a:prstGeom>
        </p:spPr>
      </p:pic>
      <p:pic>
        <p:nvPicPr>
          <p:cNvPr id="18" name="תמונה 17" descr="תמונה שמכילה טקסט, חשמל, צילום מסך, תצוגה&#10;&#10;תוכן בינה מלאכותית גנרטיבית עשוי להיות שגוי.">
            <a:extLst>
              <a:ext uri="{FF2B5EF4-FFF2-40B4-BE49-F238E27FC236}">
                <a16:creationId xmlns:a16="http://schemas.microsoft.com/office/drawing/2014/main" id="{3FCD8A5E-6637-9FA4-3D19-BAFE8FE83C34}"/>
              </a:ext>
            </a:extLst>
          </p:cNvPr>
          <p:cNvPicPr>
            <a:picLocks noChangeAspect="1"/>
          </p:cNvPicPr>
          <p:nvPr/>
        </p:nvPicPr>
        <p:blipFill>
          <a:blip r:embed="rId3"/>
          <a:stretch>
            <a:fillRect/>
          </a:stretch>
        </p:blipFill>
        <p:spPr>
          <a:xfrm>
            <a:off x="2884679" y="2986148"/>
            <a:ext cx="2316669" cy="1646364"/>
          </a:xfrm>
          <a:prstGeom prst="rect">
            <a:avLst/>
          </a:prstGeom>
        </p:spPr>
      </p:pic>
      <p:pic>
        <p:nvPicPr>
          <p:cNvPr id="20" name="תמונה 19">
            <a:extLst>
              <a:ext uri="{FF2B5EF4-FFF2-40B4-BE49-F238E27FC236}">
                <a16:creationId xmlns:a16="http://schemas.microsoft.com/office/drawing/2014/main" id="{5CF9EC8A-0204-73FB-C045-7031FDC217C7}"/>
              </a:ext>
            </a:extLst>
          </p:cNvPr>
          <p:cNvPicPr>
            <a:picLocks noChangeAspect="1"/>
          </p:cNvPicPr>
          <p:nvPr/>
        </p:nvPicPr>
        <p:blipFill>
          <a:blip r:embed="rId4"/>
          <a:stretch>
            <a:fillRect/>
          </a:stretch>
        </p:blipFill>
        <p:spPr>
          <a:xfrm>
            <a:off x="5877881" y="2986148"/>
            <a:ext cx="3186654" cy="1639936"/>
          </a:xfrm>
          <a:prstGeom prst="rect">
            <a:avLst/>
          </a:prstGeom>
        </p:spPr>
      </p:pic>
      <p:pic>
        <p:nvPicPr>
          <p:cNvPr id="22" name="תמונה 21" descr="תמונה שמכילה טקסט, צילום מסך, גופן&#10;&#10;תוכן בינה מלאכותית גנרטיבית עשוי להיות שגוי.">
            <a:extLst>
              <a:ext uri="{FF2B5EF4-FFF2-40B4-BE49-F238E27FC236}">
                <a16:creationId xmlns:a16="http://schemas.microsoft.com/office/drawing/2014/main" id="{6112341B-1160-F8F5-2D4B-B1102A289D1A}"/>
              </a:ext>
            </a:extLst>
          </p:cNvPr>
          <p:cNvPicPr>
            <a:picLocks noChangeAspect="1"/>
          </p:cNvPicPr>
          <p:nvPr/>
        </p:nvPicPr>
        <p:blipFill>
          <a:blip r:embed="rId5"/>
          <a:stretch>
            <a:fillRect/>
          </a:stretch>
        </p:blipFill>
        <p:spPr>
          <a:xfrm>
            <a:off x="9752127" y="3215484"/>
            <a:ext cx="2213700" cy="1249670"/>
          </a:xfrm>
          <a:prstGeom prst="rect">
            <a:avLst/>
          </a:prstGeom>
        </p:spPr>
      </p:pic>
      <p:sp>
        <p:nvSpPr>
          <p:cNvPr id="24" name="חץ: ימינה 23">
            <a:extLst>
              <a:ext uri="{FF2B5EF4-FFF2-40B4-BE49-F238E27FC236}">
                <a16:creationId xmlns:a16="http://schemas.microsoft.com/office/drawing/2014/main" id="{2356334B-E6A7-88CD-30BB-EACECB07294B}"/>
              </a:ext>
            </a:extLst>
          </p:cNvPr>
          <p:cNvSpPr/>
          <p:nvPr/>
        </p:nvSpPr>
        <p:spPr>
          <a:xfrm>
            <a:off x="5320893" y="3654856"/>
            <a:ext cx="446889" cy="29609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25" name="חץ: ימינה 24">
            <a:extLst>
              <a:ext uri="{FF2B5EF4-FFF2-40B4-BE49-F238E27FC236}">
                <a16:creationId xmlns:a16="http://schemas.microsoft.com/office/drawing/2014/main" id="{6E489B81-1B09-4E80-6D63-7C014C365C19}"/>
              </a:ext>
            </a:extLst>
          </p:cNvPr>
          <p:cNvSpPr/>
          <p:nvPr/>
        </p:nvSpPr>
        <p:spPr>
          <a:xfrm>
            <a:off x="9184886" y="3705158"/>
            <a:ext cx="446889" cy="29609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6" name="תיבת טקסט 25">
            <a:extLst>
              <a:ext uri="{FF2B5EF4-FFF2-40B4-BE49-F238E27FC236}">
                <a16:creationId xmlns:a16="http://schemas.microsoft.com/office/drawing/2014/main" id="{579CD1DD-B3C2-CCF5-A702-3DBE69BA9451}"/>
              </a:ext>
            </a:extLst>
          </p:cNvPr>
          <p:cNvSpPr txBox="1"/>
          <p:nvPr/>
        </p:nvSpPr>
        <p:spPr>
          <a:xfrm>
            <a:off x="1951251" y="402336"/>
            <a:ext cx="8509485" cy="2585323"/>
          </a:xfrm>
          <a:prstGeom prst="rect">
            <a:avLst/>
          </a:prstGeom>
          <a:noFill/>
        </p:spPr>
        <p:txBody>
          <a:bodyPr wrap="square" rtlCol="1">
            <a:spAutoFit/>
          </a:bodyPr>
          <a:lstStyle/>
          <a:p>
            <a:r>
              <a:rPr lang="he-IL" dirty="0"/>
              <a:t>בתחילת העבודה עניינו אותנו שאלות על קשרים בין משתנים, אבל מאוד רצינו להוציא תוצר פרקטי מהעבודה, לדוגמה מוצר שיכול לחזות תוצאות תחלואה על סמך חלק מהמשתנים. תוך כדי עבודה הבנו שחיזוי תוצאות משתייך בעיקר לעולמות ה </a:t>
            </a:r>
            <a:r>
              <a:rPr lang="en-US" dirty="0"/>
              <a:t> ML , </a:t>
            </a:r>
            <a:r>
              <a:rPr lang="he-IL" dirty="0"/>
              <a:t>אבל עדיין היה לנו חשוב להביא תוצר פרקטי - אז הסבנו את העשייה ממוצר שחוזה תוצאות תחלואה לפיתוח </a:t>
            </a:r>
            <a:r>
              <a:rPr lang="en-US" dirty="0" err="1"/>
              <a:t>gui</a:t>
            </a:r>
            <a:r>
              <a:rPr lang="en-US" dirty="0"/>
              <a:t> </a:t>
            </a:r>
            <a:r>
              <a:rPr lang="he-IL" dirty="0"/>
              <a:t> באמצעות חישוב הסתברותי של חיתוך בין קבוצות המחשב סיכוי לחזרת הגידול. מטרתו לאפשר לרופאים, לחוקרים ולכל מי שעוסק בניתוח הנתונים שלנו לבחון ולנתח אחוזי תחלואה בצורה פשוטה, אינטואיטיבית ונגישה. יצרתי טור חדש שבו כל ה </a:t>
            </a:r>
            <a:r>
              <a:rPr lang="en-US" dirty="0"/>
              <a:t>NAN</a:t>
            </a:r>
            <a:r>
              <a:rPr lang="he-IL" dirty="0"/>
              <a:t> מתורגם לכך שהגידול לא חזר – 0, אם הוא חזר  - 1. בכל חישוב הוא לוקח את כלל האנשים שחזר להם הגידול ומחלק בסך האנשים שחישבנו בכל קבוצה.</a:t>
            </a:r>
          </a:p>
        </p:txBody>
      </p:sp>
    </p:spTree>
    <p:extLst>
      <p:ext uri="{BB962C8B-B14F-4D97-AF65-F5344CB8AC3E}">
        <p14:creationId xmlns:p14="http://schemas.microsoft.com/office/powerpoint/2010/main" val="1700568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60498C-DBFF-9C42-B037-58F474A76F32}"/>
            </a:ext>
          </a:extLst>
        </p:cNvPr>
        <p:cNvGrpSpPr/>
        <p:nvPr/>
      </p:nvGrpSpPr>
      <p:grpSpPr>
        <a:xfrm>
          <a:off x="0" y="0"/>
          <a:ext cx="0" cy="0"/>
          <a:chOff x="0" y="0"/>
          <a:chExt cx="0" cy="0"/>
        </a:xfrm>
      </p:grpSpPr>
      <p:cxnSp>
        <p:nvCxnSpPr>
          <p:cNvPr id="95" name="Straight Connector 6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6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7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7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7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7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7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02" name="Rectangle 81">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112A3039-6754-782E-2C4A-B81C5D077EE0}"/>
              </a:ext>
            </a:extLst>
          </p:cNvPr>
          <p:cNvSpPr>
            <a:spLocks noGrp="1"/>
          </p:cNvSpPr>
          <p:nvPr>
            <p:ph type="title"/>
          </p:nvPr>
        </p:nvSpPr>
        <p:spPr>
          <a:xfrm>
            <a:off x="200297" y="1040003"/>
            <a:ext cx="3614251" cy="3150159"/>
          </a:xfrm>
        </p:spPr>
        <p:txBody>
          <a:bodyPr anchor="t">
            <a:normAutofit fontScale="90000"/>
          </a:bodyPr>
          <a:lstStyle/>
          <a:p>
            <a:pPr>
              <a:lnSpc>
                <a:spcPct val="150000"/>
              </a:lnSpc>
            </a:pPr>
            <a:r>
              <a:rPr lang="en-US" sz="3100" b="1" dirty="0"/>
              <a:t>1. Can we predict the chances of a tumor recurrence based on its initial location?</a:t>
            </a:r>
            <a:br>
              <a:rPr lang="en-US" sz="3100" b="1" dirty="0"/>
            </a:br>
            <a:br>
              <a:rPr lang="en-US" sz="3100" b="1" dirty="0"/>
            </a:br>
            <a:r>
              <a:rPr lang="en-US" sz="3100" b="1" dirty="0">
                <a:solidFill>
                  <a:schemeClr val="accent2">
                    <a:lumMod val="75000"/>
                  </a:schemeClr>
                </a:solidFill>
              </a:rPr>
              <a:t>Tests</a:t>
            </a:r>
            <a:br>
              <a:rPr lang="en-US" sz="2500" dirty="0"/>
            </a:br>
            <a:endParaRPr lang="he-IL" sz="2500" dirty="0"/>
          </a:p>
        </p:txBody>
      </p:sp>
      <p:cxnSp>
        <p:nvCxnSpPr>
          <p:cNvPr id="104" name="Straight Connector 85">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87">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89">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91">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צילום מסך, גופן, מסמך&#10;&#10;תוכן בינה מלאכותית גנרטיבית עשוי להיות שגוי.">
            <a:extLst>
              <a:ext uri="{FF2B5EF4-FFF2-40B4-BE49-F238E27FC236}">
                <a16:creationId xmlns:a16="http://schemas.microsoft.com/office/drawing/2014/main" id="{9007D342-F6C8-9BA3-13F9-E53E274C277C}"/>
              </a:ext>
            </a:extLst>
          </p:cNvPr>
          <p:cNvPicPr>
            <a:picLocks noChangeAspect="1"/>
          </p:cNvPicPr>
          <p:nvPr/>
        </p:nvPicPr>
        <p:blipFill>
          <a:blip r:embed="rId2"/>
          <a:stretch>
            <a:fillRect/>
          </a:stretch>
        </p:blipFill>
        <p:spPr>
          <a:xfrm>
            <a:off x="4685548" y="685800"/>
            <a:ext cx="7090982" cy="5520568"/>
          </a:xfrm>
          <a:prstGeom prst="rect">
            <a:avLst/>
          </a:prstGeom>
        </p:spPr>
      </p:pic>
    </p:spTree>
    <p:extLst>
      <p:ext uri="{BB962C8B-B14F-4D97-AF65-F5344CB8AC3E}">
        <p14:creationId xmlns:p14="http://schemas.microsoft.com/office/powerpoint/2010/main" val="3849505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9F4FBE-DF4F-6952-2431-50778669A52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90BC8AEB-74E5-FA57-8297-33CE244CC1D1}"/>
              </a:ext>
            </a:extLst>
          </p:cNvPr>
          <p:cNvSpPr>
            <a:spLocks noGrp="1"/>
          </p:cNvSpPr>
          <p:nvPr>
            <p:ph type="title"/>
          </p:nvPr>
        </p:nvSpPr>
        <p:spPr>
          <a:xfrm>
            <a:off x="-33559" y="683971"/>
            <a:ext cx="4164154" cy="3150159"/>
          </a:xfrm>
        </p:spPr>
        <p:txBody>
          <a:bodyPr anchor="t">
            <a:noAutofit/>
          </a:bodyPr>
          <a:lstStyle/>
          <a:p>
            <a:pPr>
              <a:lnSpc>
                <a:spcPct val="150000"/>
              </a:lnSpc>
            </a:pPr>
            <a:r>
              <a:rPr lang="en-US" sz="2800" b="1" dirty="0"/>
              <a:t>2. Is there a correlation between the survival time and the age of the patient (at the time of diagnosis)?</a:t>
            </a:r>
            <a:br>
              <a:rPr lang="en-US" sz="2800" b="1" dirty="0"/>
            </a:br>
            <a:br>
              <a:rPr lang="en-US" sz="2800" b="1" dirty="0"/>
            </a:br>
            <a:r>
              <a:rPr lang="en-US" sz="2800" b="1" dirty="0">
                <a:solidFill>
                  <a:schemeClr val="accent2">
                    <a:lumMod val="75000"/>
                  </a:schemeClr>
                </a:solidFill>
              </a:rPr>
              <a:t>Final code</a:t>
            </a:r>
            <a:br>
              <a:rPr lang="en-US" sz="2800" dirty="0"/>
            </a:br>
            <a:endParaRPr lang="he-IL" sz="2800" dirty="0"/>
          </a:p>
        </p:txBody>
      </p:sp>
      <p:cxnSp>
        <p:nvCxnSpPr>
          <p:cNvPr id="26" name="Straight Connector 25">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צילום מסך&#10;&#10;תוכן בינה מלאכותית גנרטיבית עשוי להיות שגוי.">
            <a:extLst>
              <a:ext uri="{FF2B5EF4-FFF2-40B4-BE49-F238E27FC236}">
                <a16:creationId xmlns:a16="http://schemas.microsoft.com/office/drawing/2014/main" id="{486A850C-A32A-6215-77A8-7F337F569EB3}"/>
              </a:ext>
            </a:extLst>
          </p:cNvPr>
          <p:cNvPicPr>
            <a:picLocks noChangeAspect="1"/>
          </p:cNvPicPr>
          <p:nvPr/>
        </p:nvPicPr>
        <p:blipFill>
          <a:blip r:embed="rId2"/>
          <a:stretch>
            <a:fillRect/>
          </a:stretch>
        </p:blipFill>
        <p:spPr>
          <a:xfrm>
            <a:off x="4657182" y="548777"/>
            <a:ext cx="7147714" cy="5738448"/>
          </a:xfrm>
          <a:prstGeom prst="rect">
            <a:avLst/>
          </a:prstGeom>
        </p:spPr>
      </p:pic>
    </p:spTree>
    <p:extLst>
      <p:ext uri="{BB962C8B-B14F-4D97-AF65-F5344CB8AC3E}">
        <p14:creationId xmlns:p14="http://schemas.microsoft.com/office/powerpoint/2010/main" val="737758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D5F317-4633-CF6B-1D99-3E12097B143E}"/>
            </a:ext>
          </a:extLst>
        </p:cNvPr>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C64A9919-C77B-4DEE-B7F8-B9A289E9E6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7289975" cy="133894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F67B5ED5-2C08-4519-B88A-E933BAA84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827850"/>
            <a:ext cx="12192000" cy="205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4AD40379-2D3B-18F2-A721-5F1FDD062646}"/>
              </a:ext>
            </a:extLst>
          </p:cNvPr>
          <p:cNvSpPr>
            <a:spLocks noGrp="1"/>
          </p:cNvSpPr>
          <p:nvPr>
            <p:ph type="title"/>
          </p:nvPr>
        </p:nvSpPr>
        <p:spPr>
          <a:xfrm>
            <a:off x="1044539" y="5534393"/>
            <a:ext cx="10102920" cy="675417"/>
          </a:xfrm>
        </p:spPr>
        <p:txBody>
          <a:bodyPr>
            <a:normAutofit fontScale="90000"/>
          </a:bodyPr>
          <a:lstStyle/>
          <a:p>
            <a:pPr>
              <a:lnSpc>
                <a:spcPct val="90000"/>
              </a:lnSpc>
            </a:pPr>
            <a:r>
              <a:rPr lang="en-US" sz="3100" b="1" dirty="0"/>
              <a:t>2. Is there a correlation between the survival time and the age of the patient (at the time of diagnosis)?</a:t>
            </a:r>
            <a:br>
              <a:rPr lang="en-US" sz="3100" b="1" dirty="0"/>
            </a:br>
            <a:br>
              <a:rPr lang="en-US" sz="3100" b="1" dirty="0">
                <a:solidFill>
                  <a:schemeClr val="accent2">
                    <a:lumMod val="75000"/>
                  </a:schemeClr>
                </a:solidFill>
              </a:rPr>
            </a:br>
            <a:r>
              <a:rPr lang="en-US" sz="3100" b="1" dirty="0">
                <a:solidFill>
                  <a:schemeClr val="accent2">
                    <a:lumMod val="75000"/>
                  </a:schemeClr>
                </a:solidFill>
              </a:rPr>
              <a:t>Results</a:t>
            </a:r>
            <a:br>
              <a:rPr lang="en-US" sz="1000" dirty="0"/>
            </a:br>
            <a:endParaRPr lang="he-IL" sz="1000" dirty="0"/>
          </a:p>
        </p:txBody>
      </p:sp>
      <p:cxnSp>
        <p:nvCxnSpPr>
          <p:cNvPr id="59" name="Straight Connector 58">
            <a:extLst>
              <a:ext uri="{FF2B5EF4-FFF2-40B4-BE49-F238E27FC236}">
                <a16:creationId xmlns:a16="http://schemas.microsoft.com/office/drawing/2014/main" id="{4BB9CE4F-048D-4320-B7EF-E5AEA4020C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863010"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17DE3F0-E5A7-4C2D-927E-5663808678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632375"/>
            <a:ext cx="3875314" cy="11954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E9EA87C-793F-4321-A0BC-4DB860289D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763624" y="1392865"/>
            <a:ext cx="1428376" cy="345743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EE00FC4-5601-4185-8A23-E15BD4D7B4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367404" y="0"/>
            <a:ext cx="1824596"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קו, תרשים, עלילה&#10;&#10;תוכן בינה מלאכותית גנרטיבית עשוי להיות שגוי.">
            <a:extLst>
              <a:ext uri="{FF2B5EF4-FFF2-40B4-BE49-F238E27FC236}">
                <a16:creationId xmlns:a16="http://schemas.microsoft.com/office/drawing/2014/main" id="{65B1650C-5B2E-27E5-7867-91FFBE92ACF7}"/>
              </a:ext>
            </a:extLst>
          </p:cNvPr>
          <p:cNvPicPr>
            <a:picLocks noChangeAspect="1"/>
          </p:cNvPicPr>
          <p:nvPr/>
        </p:nvPicPr>
        <p:blipFill>
          <a:blip r:embed="rId2"/>
          <a:stretch>
            <a:fillRect/>
          </a:stretch>
        </p:blipFill>
        <p:spPr>
          <a:xfrm>
            <a:off x="6197147" y="104730"/>
            <a:ext cx="5603379" cy="3614179"/>
          </a:xfrm>
          <a:prstGeom prst="rect">
            <a:avLst/>
          </a:prstGeom>
        </p:spPr>
      </p:pic>
      <p:sp>
        <p:nvSpPr>
          <p:cNvPr id="15" name="Rectangle 2">
            <a:extLst>
              <a:ext uri="{FF2B5EF4-FFF2-40B4-BE49-F238E27FC236}">
                <a16:creationId xmlns:a16="http://schemas.microsoft.com/office/drawing/2014/main" id="{943A085D-A863-F895-1FF2-7FE62BE6873A}"/>
              </a:ext>
            </a:extLst>
          </p:cNvPr>
          <p:cNvSpPr>
            <a:spLocks noChangeArrowheads="1"/>
          </p:cNvSpPr>
          <p:nvPr/>
        </p:nvSpPr>
        <p:spPr bwMode="auto">
          <a:xfrm>
            <a:off x="639846" y="561634"/>
            <a:ext cx="5557301" cy="2125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sz="1800" i="0" u="none" strike="noStrike" cap="none" normalizeH="0" baseline="0" dirty="0" err="1">
                <a:ln>
                  <a:noFill/>
                </a:ln>
                <a:solidFill>
                  <a:schemeClr val="accent2">
                    <a:lumMod val="75000"/>
                  </a:schemeClr>
                </a:solidFill>
                <a:effectLst/>
              </a:rPr>
              <a:t>Pearson</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correlation</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was</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used</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because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both</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age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and</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survival</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time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are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continuous</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variables</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making</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it</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suitable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for</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testing</a:t>
            </a:r>
            <a:r>
              <a:rPr kumimoji="0" lang="he-IL" altLang="he-IL" sz="1800" i="0" u="none" strike="noStrike" cap="none" normalizeH="0" baseline="0" dirty="0">
                <a:ln>
                  <a:noFill/>
                </a:ln>
                <a:solidFill>
                  <a:schemeClr val="accent2">
                    <a:lumMod val="75000"/>
                  </a:schemeClr>
                </a:solidFill>
                <a:effectLst/>
              </a:rPr>
              <a:t> a </a:t>
            </a:r>
            <a:r>
              <a:rPr kumimoji="0" lang="he-IL" altLang="he-IL" sz="1800" i="0" u="none" strike="noStrike" cap="none" normalizeH="0" baseline="0" dirty="0" err="1">
                <a:ln>
                  <a:noFill/>
                </a:ln>
                <a:solidFill>
                  <a:schemeClr val="accent2">
                    <a:lumMod val="75000"/>
                  </a:schemeClr>
                </a:solidFill>
                <a:effectLst/>
              </a:rPr>
              <a:t>linear</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relationship</a:t>
            </a:r>
            <a:r>
              <a:rPr kumimoji="0" lang="en-US" altLang="he-IL" sz="1800" i="0" u="none" strike="noStrike" cap="none" normalizeH="0" baseline="0" dirty="0">
                <a:ln>
                  <a:noFill/>
                </a:ln>
                <a:solidFill>
                  <a:schemeClr val="accent2">
                    <a:lumMod val="75000"/>
                  </a:schemeClr>
                </a:solidFill>
                <a:effectLst/>
              </a:rPr>
              <a:t>.</a:t>
            </a:r>
            <a:r>
              <a:rPr kumimoji="0" lang="he-IL" altLang="he-IL" sz="1800" i="0" u="none" strike="noStrike" cap="none" normalizeH="0" baseline="0" dirty="0">
                <a:ln>
                  <a:noFill/>
                </a:ln>
                <a:solidFill>
                  <a:schemeClr val="accent2">
                    <a:lumMod val="75000"/>
                  </a:schemeClr>
                </a:solidFill>
                <a:effectLst/>
              </a:rPr>
              <a:t> </a:t>
            </a:r>
            <a:r>
              <a:rPr lang="en-US" altLang="he-IL" dirty="0">
                <a:solidFill>
                  <a:schemeClr val="accent2">
                    <a:lumMod val="75000"/>
                  </a:schemeClr>
                </a:solidFill>
              </a:rPr>
              <a:t>T</a:t>
            </a:r>
            <a:r>
              <a:rPr kumimoji="0" lang="he-IL" altLang="he-IL" sz="1800" i="0" u="none" strike="noStrike" cap="none" normalizeH="0" baseline="0" dirty="0" err="1">
                <a:ln>
                  <a:noFill/>
                </a:ln>
                <a:solidFill>
                  <a:schemeClr val="accent2">
                    <a:lumMod val="75000"/>
                  </a:schemeClr>
                </a:solidFill>
                <a:effectLst/>
              </a:rPr>
              <a:t>he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data</a:t>
            </a:r>
            <a:r>
              <a:rPr kumimoji="0" lang="he-IL" altLang="he-IL" sz="1800" i="0" u="none" strike="noStrike" cap="none" normalizeH="0" baseline="0" dirty="0">
                <a:ln>
                  <a:noFill/>
                </a:ln>
                <a:solidFill>
                  <a:schemeClr val="accent2">
                    <a:lumMod val="75000"/>
                  </a:schemeClr>
                </a:solidFill>
                <a:effectLst/>
              </a:rPr>
              <a:t> </a:t>
            </a:r>
            <a:r>
              <a:rPr lang="en-US" altLang="he-IL" dirty="0">
                <a:solidFill>
                  <a:schemeClr val="accent2">
                    <a:lumMod val="75000"/>
                  </a:schemeClr>
                </a:solidFill>
              </a:rPr>
              <a:t>was grouped </a:t>
            </a:r>
            <a:r>
              <a:rPr kumimoji="0" lang="he-IL" altLang="he-IL" sz="1800" i="0" u="none" strike="noStrike" cap="none" normalizeH="0" baseline="0" dirty="0" err="1">
                <a:ln>
                  <a:noFill/>
                </a:ln>
                <a:solidFill>
                  <a:schemeClr val="accent2">
                    <a:lumMod val="75000"/>
                  </a:schemeClr>
                </a:solidFill>
                <a:effectLst/>
              </a:rPr>
              <a:t>by</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age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and</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used</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average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survival</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time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to</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reduce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noise</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and</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better</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match</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Pearson’s</a:t>
            </a:r>
            <a:r>
              <a:rPr kumimoji="0" lang="he-IL" altLang="he-IL" sz="1800" i="0" u="none" strike="noStrike" cap="none" normalizeH="0" baseline="0" dirty="0">
                <a:ln>
                  <a:noFill/>
                </a:ln>
                <a:solidFill>
                  <a:schemeClr val="accent2">
                    <a:lumMod val="75000"/>
                  </a:schemeClr>
                </a:solidFill>
                <a:effectLst/>
              </a:rPr>
              <a:t> </a:t>
            </a:r>
            <a:r>
              <a:rPr kumimoji="0" lang="he-IL" altLang="he-IL" sz="1800" i="0" u="none" strike="noStrike" cap="none" normalizeH="0" baseline="0" dirty="0" err="1">
                <a:ln>
                  <a:noFill/>
                </a:ln>
                <a:solidFill>
                  <a:schemeClr val="accent2">
                    <a:lumMod val="75000"/>
                  </a:schemeClr>
                </a:solidFill>
                <a:effectLst/>
              </a:rPr>
              <a:t>assumptions</a:t>
            </a:r>
            <a:r>
              <a:rPr kumimoji="0" lang="he-IL" altLang="he-IL" sz="1800" i="0" u="none" strike="noStrike" cap="none" normalizeH="0" baseline="0" dirty="0">
                <a:ln>
                  <a:noFill/>
                </a:ln>
                <a:solidFill>
                  <a:schemeClr val="accent2">
                    <a:lumMod val="75000"/>
                  </a:schemeClr>
                </a:solidFill>
                <a:effectLst/>
              </a:rPr>
              <a:t>.</a:t>
            </a:r>
          </a:p>
        </p:txBody>
      </p:sp>
      <p:pic>
        <p:nvPicPr>
          <p:cNvPr id="19" name="תמונה 18">
            <a:extLst>
              <a:ext uri="{FF2B5EF4-FFF2-40B4-BE49-F238E27FC236}">
                <a16:creationId xmlns:a16="http://schemas.microsoft.com/office/drawing/2014/main" id="{9FC04C97-F330-F213-365D-8A091D854587}"/>
              </a:ext>
            </a:extLst>
          </p:cNvPr>
          <p:cNvPicPr>
            <a:picLocks noChangeAspect="1"/>
          </p:cNvPicPr>
          <p:nvPr/>
        </p:nvPicPr>
        <p:blipFill>
          <a:blip r:embed="rId3"/>
          <a:stretch>
            <a:fillRect/>
          </a:stretch>
        </p:blipFill>
        <p:spPr>
          <a:xfrm>
            <a:off x="722810" y="3748108"/>
            <a:ext cx="10820347" cy="917514"/>
          </a:xfrm>
          <a:prstGeom prst="rect">
            <a:avLst/>
          </a:prstGeom>
        </p:spPr>
      </p:pic>
    </p:spTree>
    <p:extLst>
      <p:ext uri="{BB962C8B-B14F-4D97-AF65-F5344CB8AC3E}">
        <p14:creationId xmlns:p14="http://schemas.microsoft.com/office/powerpoint/2010/main" val="2481062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E3F81B-161B-B8E2-8EC8-BE319297BA82}"/>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CB58E9FD-A01C-62AE-ACBC-FAEC5C2C6D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E70C37-C773-B52A-F4A8-5787757EBD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4811C86-0A33-5091-0B5C-3CB27FB82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03A434E-BFB6-7A4A-B753-6EEB19D86B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25B6B20-5007-EADB-B804-684367E91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C3B91AA-2234-1131-9357-6B511280DB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962A32-500A-E44D-58B7-8F5FE6FC84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BB02E92A-C808-C9D3-EFB7-427DC56598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234C649-62DC-D563-6A59-247912B450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05B5A2B6-3C4C-6A8A-027E-CF50EC9EF40B}"/>
              </a:ext>
            </a:extLst>
          </p:cNvPr>
          <p:cNvSpPr>
            <a:spLocks noGrp="1"/>
          </p:cNvSpPr>
          <p:nvPr>
            <p:ph type="title"/>
          </p:nvPr>
        </p:nvSpPr>
        <p:spPr>
          <a:xfrm>
            <a:off x="49401" y="705031"/>
            <a:ext cx="3849125" cy="3150159"/>
          </a:xfrm>
        </p:spPr>
        <p:txBody>
          <a:bodyPr anchor="t">
            <a:noAutofit/>
          </a:bodyPr>
          <a:lstStyle/>
          <a:p>
            <a:pPr>
              <a:lnSpc>
                <a:spcPct val="150000"/>
              </a:lnSpc>
            </a:pPr>
            <a:r>
              <a:rPr lang="en-US" sz="2800" b="1" dirty="0"/>
              <a:t>2. Is there a correlation between the survival time and the age of the patient (at the time of diagnosis)?</a:t>
            </a:r>
            <a:br>
              <a:rPr lang="en-US" sz="2800" b="1" dirty="0"/>
            </a:br>
            <a:br>
              <a:rPr lang="en-US" sz="2800" b="1" dirty="0"/>
            </a:br>
            <a:r>
              <a:rPr lang="en-US" sz="2800" b="1" dirty="0">
                <a:solidFill>
                  <a:schemeClr val="accent2">
                    <a:lumMod val="75000"/>
                  </a:schemeClr>
                </a:solidFill>
              </a:rPr>
              <a:t>Tests</a:t>
            </a:r>
            <a:br>
              <a:rPr lang="en-US" sz="2800" dirty="0"/>
            </a:br>
            <a:endParaRPr lang="he-IL" sz="2800" dirty="0"/>
          </a:p>
        </p:txBody>
      </p:sp>
      <p:cxnSp>
        <p:nvCxnSpPr>
          <p:cNvPr id="26" name="Straight Connector 25">
            <a:extLst>
              <a:ext uri="{FF2B5EF4-FFF2-40B4-BE49-F238E27FC236}">
                <a16:creationId xmlns:a16="http://schemas.microsoft.com/office/drawing/2014/main" id="{D8A60A3D-0D51-F498-3076-BB545A0145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9865D4A-14A8-FF9E-C7A1-973BC88BD2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6EA73A1-5DE0-95B1-B9E5-72AE8C4387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33550F5-ECAB-729B-AA40-344C14DCFA1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83AF967-273D-CB0D-1C9F-D461863B9A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גופן, מספר&#10;&#10;תוכן בינה מלאכותית גנרטיבית עשוי להיות שגוי.">
            <a:extLst>
              <a:ext uri="{FF2B5EF4-FFF2-40B4-BE49-F238E27FC236}">
                <a16:creationId xmlns:a16="http://schemas.microsoft.com/office/drawing/2014/main" id="{DD466A04-B557-1FAD-ECAE-0B2C533C343C}"/>
              </a:ext>
            </a:extLst>
          </p:cNvPr>
          <p:cNvPicPr>
            <a:picLocks noChangeAspect="1"/>
          </p:cNvPicPr>
          <p:nvPr/>
        </p:nvPicPr>
        <p:blipFill>
          <a:blip r:embed="rId2"/>
          <a:stretch>
            <a:fillRect/>
          </a:stretch>
        </p:blipFill>
        <p:spPr>
          <a:xfrm>
            <a:off x="4655144" y="522647"/>
            <a:ext cx="7151791" cy="5798424"/>
          </a:xfrm>
          <a:prstGeom prst="rect">
            <a:avLst/>
          </a:prstGeom>
        </p:spPr>
      </p:pic>
    </p:spTree>
    <p:extLst>
      <p:ext uri="{BB962C8B-B14F-4D97-AF65-F5344CB8AC3E}">
        <p14:creationId xmlns:p14="http://schemas.microsoft.com/office/powerpoint/2010/main" val="1762791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00423D-C2E0-0E82-51FB-8726FB15F040}"/>
            </a:ext>
          </a:extLst>
        </p:cNvPr>
        <p:cNvGrpSpPr/>
        <p:nvPr/>
      </p:nvGrpSpPr>
      <p:grpSpPr>
        <a:xfrm>
          <a:off x="0" y="0"/>
          <a:ext cx="0" cy="0"/>
          <a:chOff x="0" y="0"/>
          <a:chExt cx="0" cy="0"/>
        </a:xfrm>
      </p:grpSpPr>
      <p:cxnSp>
        <p:nvCxnSpPr>
          <p:cNvPr id="194" name="Straight Connector 136">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38">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40">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42">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44">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46">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48">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01" name="Rectangle 150">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F7A178C4-B2EB-60B4-05DC-89C9A6C24084}"/>
              </a:ext>
            </a:extLst>
          </p:cNvPr>
          <p:cNvSpPr>
            <a:spLocks noGrp="1"/>
          </p:cNvSpPr>
          <p:nvPr>
            <p:ph type="title"/>
          </p:nvPr>
        </p:nvSpPr>
        <p:spPr>
          <a:xfrm>
            <a:off x="127648" y="809623"/>
            <a:ext cx="3856313" cy="3150159"/>
          </a:xfrm>
        </p:spPr>
        <p:txBody>
          <a:bodyPr anchor="t">
            <a:noAutofit/>
          </a:bodyPr>
          <a:lstStyle/>
          <a:p>
            <a:pPr fontAlgn="base">
              <a:lnSpc>
                <a:spcPct val="150000"/>
              </a:lnSpc>
            </a:pPr>
            <a:r>
              <a:rPr lang="en-US" sz="2800" b="1" dirty="0"/>
              <a:t>3. Is there a connection between the survival time and the patient's gender?</a:t>
            </a:r>
            <a:br>
              <a:rPr lang="en-US" sz="2800" b="1" dirty="0"/>
            </a:br>
            <a:br>
              <a:rPr lang="en-US" sz="2800" b="1" dirty="0"/>
            </a:br>
            <a:r>
              <a:rPr lang="en-US" sz="2800" b="1" dirty="0">
                <a:solidFill>
                  <a:schemeClr val="accent2">
                    <a:lumMod val="75000"/>
                  </a:schemeClr>
                </a:solidFill>
              </a:rPr>
              <a:t>Final code</a:t>
            </a:r>
          </a:p>
        </p:txBody>
      </p:sp>
      <p:cxnSp>
        <p:nvCxnSpPr>
          <p:cNvPr id="203" name="Straight Connector 154">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156">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158">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160">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162">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28" name="תמונה 27" descr="תמונה שמכילה טקסט, צילום מסך, מסמך&#10;&#10;תוכן בינה מלאכותית גנרטיבית עשוי להיות שגוי.">
            <a:extLst>
              <a:ext uri="{FF2B5EF4-FFF2-40B4-BE49-F238E27FC236}">
                <a16:creationId xmlns:a16="http://schemas.microsoft.com/office/drawing/2014/main" id="{25205A15-FFA4-6F08-FA57-6EDED020EB97}"/>
              </a:ext>
            </a:extLst>
          </p:cNvPr>
          <p:cNvPicPr>
            <a:picLocks noChangeAspect="1"/>
          </p:cNvPicPr>
          <p:nvPr/>
        </p:nvPicPr>
        <p:blipFill>
          <a:blip r:embed="rId2"/>
          <a:stretch>
            <a:fillRect/>
          </a:stretch>
        </p:blipFill>
        <p:spPr>
          <a:xfrm>
            <a:off x="5895456" y="339186"/>
            <a:ext cx="4828627" cy="6167995"/>
          </a:xfrm>
          <a:prstGeom prst="rect">
            <a:avLst/>
          </a:prstGeom>
        </p:spPr>
      </p:pic>
    </p:spTree>
    <p:extLst>
      <p:ext uri="{BB962C8B-B14F-4D97-AF65-F5344CB8AC3E}">
        <p14:creationId xmlns:p14="http://schemas.microsoft.com/office/powerpoint/2010/main" val="1821495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C037EA-B598-8375-90FD-5221E73024D3}"/>
            </a:ext>
          </a:extLst>
        </p:cNvPr>
        <p:cNvGrpSpPr/>
        <p:nvPr/>
      </p:nvGrpSpPr>
      <p:grpSpPr>
        <a:xfrm>
          <a:off x="0" y="0"/>
          <a:ext cx="0" cy="0"/>
          <a:chOff x="0" y="0"/>
          <a:chExt cx="0" cy="0"/>
        </a:xfrm>
      </p:grpSpPr>
      <p:cxnSp>
        <p:nvCxnSpPr>
          <p:cNvPr id="85" name="Straight Connector 84">
            <a:extLst>
              <a:ext uri="{FF2B5EF4-FFF2-40B4-BE49-F238E27FC236}">
                <a16:creationId xmlns:a16="http://schemas.microsoft.com/office/drawing/2014/main" id="{70D8C1C0-2E7C-537B-41D4-77661875B3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4B2DD39-6F29-7B45-3329-34719EF5C1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BCBFEE6C-A371-3742-3C0E-B20FB2B6E5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EA4F338-47EE-7D86-8816-6323933287A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0A78A3E-12C5-D592-79A8-6A7A7B5330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0BBFC205-2DFE-CA9F-858D-D2D026C4FD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46943C3-8D20-66E2-4CD1-C65C967183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99" name="Rectangle 98">
            <a:extLst>
              <a:ext uri="{FF2B5EF4-FFF2-40B4-BE49-F238E27FC236}">
                <a16:creationId xmlns:a16="http://schemas.microsoft.com/office/drawing/2014/main" id="{59ED02BB-DBA7-0976-38FE-9FFAA3440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D5D45F5F-29BD-72D2-ED88-085B8BB1C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49100"/>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Straight Connector 102">
            <a:extLst>
              <a:ext uri="{FF2B5EF4-FFF2-40B4-BE49-F238E27FC236}">
                <a16:creationId xmlns:a16="http://schemas.microsoft.com/office/drawing/2014/main" id="{FFAC8C75-DAB6-C7B6-C945-D95439730A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0990" y="4849100"/>
            <a:ext cx="2366826" cy="20089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24EFDD1F-204E-4B44-CF8E-14E9F4016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a:endCxn id="12" idx="1"/>
          </p:cNvCxnSpPr>
          <p:nvPr>
            <p:extLst>
              <p:ext uri="{386F3935-93C4-4BCD-93E2-E3B085C9AB24}">
                <p16:designElem xmlns:p16="http://schemas.microsoft.com/office/powerpoint/2015/main" val="1"/>
              </p:ext>
            </p:extLst>
          </p:nvPr>
        </p:nvCxnSpPr>
        <p:spPr>
          <a:xfrm flipH="1">
            <a:off x="0" y="4849099"/>
            <a:ext cx="3027816" cy="100445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כותרת 1">
            <a:extLst>
              <a:ext uri="{FF2B5EF4-FFF2-40B4-BE49-F238E27FC236}">
                <a16:creationId xmlns:a16="http://schemas.microsoft.com/office/drawing/2014/main" id="{10604ED5-45AF-DC68-4BCD-09EDD88020FF}"/>
              </a:ext>
            </a:extLst>
          </p:cNvPr>
          <p:cNvSpPr>
            <a:spLocks noGrp="1"/>
          </p:cNvSpPr>
          <p:nvPr>
            <p:ph type="title"/>
          </p:nvPr>
        </p:nvSpPr>
        <p:spPr>
          <a:xfrm>
            <a:off x="660991" y="5286428"/>
            <a:ext cx="10941486" cy="1006339"/>
          </a:xfrm>
        </p:spPr>
        <p:txBody>
          <a:bodyPr>
            <a:normAutofit fontScale="90000"/>
          </a:bodyPr>
          <a:lstStyle/>
          <a:p>
            <a:pPr fontAlgn="base">
              <a:lnSpc>
                <a:spcPct val="90000"/>
              </a:lnSpc>
            </a:pPr>
            <a:r>
              <a:rPr lang="en-US" sz="3100" b="1" dirty="0"/>
              <a:t>3. Is there a connection between the survival time and the patient's gender?</a:t>
            </a:r>
            <a:br>
              <a:rPr lang="en-US" sz="3100" b="1" dirty="0"/>
            </a:br>
            <a:br>
              <a:rPr lang="en-US" sz="3100" b="1" dirty="0"/>
            </a:br>
            <a:r>
              <a:rPr lang="en-US" sz="3100" b="1" dirty="0">
                <a:solidFill>
                  <a:schemeClr val="accent2">
                    <a:lumMod val="75000"/>
                  </a:schemeClr>
                </a:solidFill>
              </a:rPr>
              <a:t>Results</a:t>
            </a:r>
          </a:p>
        </p:txBody>
      </p:sp>
      <p:cxnSp>
        <p:nvCxnSpPr>
          <p:cNvPr id="107" name="Straight Connector 106">
            <a:extLst>
              <a:ext uri="{FF2B5EF4-FFF2-40B4-BE49-F238E27FC236}">
                <a16:creationId xmlns:a16="http://schemas.microsoft.com/office/drawing/2014/main" id="{F369099F-8E80-C047-04C5-0B9C57EF18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4849098"/>
            <a:ext cx="339224" cy="200890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B578DDB-A592-4AC8-48E6-602E0965E2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2420" y="4849097"/>
            <a:ext cx="3309580" cy="138214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3" name="תמונה 2" descr="תמונה שמכילה טקסט, צילום מסך, תרשים, קו&#10;&#10;תוכן בינה מלאכותית גנרטיבית עשוי להיות שגוי.">
            <a:extLst>
              <a:ext uri="{FF2B5EF4-FFF2-40B4-BE49-F238E27FC236}">
                <a16:creationId xmlns:a16="http://schemas.microsoft.com/office/drawing/2014/main" id="{A381BFCA-7ECC-38D5-E697-F90D6AF8665B}"/>
              </a:ext>
            </a:extLst>
          </p:cNvPr>
          <p:cNvPicPr>
            <a:picLocks noChangeAspect="1"/>
          </p:cNvPicPr>
          <p:nvPr/>
        </p:nvPicPr>
        <p:blipFill>
          <a:blip r:embed="rId2"/>
          <a:stretch>
            <a:fillRect/>
          </a:stretch>
        </p:blipFill>
        <p:spPr>
          <a:xfrm>
            <a:off x="6561743" y="178200"/>
            <a:ext cx="5182947" cy="3278212"/>
          </a:xfrm>
          <a:prstGeom prst="rect">
            <a:avLst/>
          </a:prstGeom>
        </p:spPr>
      </p:pic>
      <p:pic>
        <p:nvPicPr>
          <p:cNvPr id="13" name="תמונה 12">
            <a:extLst>
              <a:ext uri="{FF2B5EF4-FFF2-40B4-BE49-F238E27FC236}">
                <a16:creationId xmlns:a16="http://schemas.microsoft.com/office/drawing/2014/main" id="{8AF89078-1E6F-B90D-587D-B892856EFEFA}"/>
              </a:ext>
            </a:extLst>
          </p:cNvPr>
          <p:cNvPicPr>
            <a:picLocks noChangeAspect="1"/>
          </p:cNvPicPr>
          <p:nvPr/>
        </p:nvPicPr>
        <p:blipFill>
          <a:blip r:embed="rId3"/>
          <a:stretch>
            <a:fillRect/>
          </a:stretch>
        </p:blipFill>
        <p:spPr>
          <a:xfrm>
            <a:off x="711577" y="3555539"/>
            <a:ext cx="10831582" cy="1025211"/>
          </a:xfrm>
          <a:prstGeom prst="rect">
            <a:avLst/>
          </a:prstGeom>
        </p:spPr>
      </p:pic>
      <p:sp>
        <p:nvSpPr>
          <p:cNvPr id="22" name="Rectangle 5">
            <a:extLst>
              <a:ext uri="{FF2B5EF4-FFF2-40B4-BE49-F238E27FC236}">
                <a16:creationId xmlns:a16="http://schemas.microsoft.com/office/drawing/2014/main" id="{40B388D7-387E-1D19-AD9B-C72EA78D6B0D}"/>
              </a:ext>
            </a:extLst>
          </p:cNvPr>
          <p:cNvSpPr>
            <a:spLocks noChangeArrowheads="1"/>
          </p:cNvSpPr>
          <p:nvPr/>
        </p:nvSpPr>
        <p:spPr bwMode="auto">
          <a:xfrm>
            <a:off x="711578" y="273819"/>
            <a:ext cx="5952570" cy="2956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sz="1800" b="0" i="0" u="none" strike="noStrike" cap="none" normalizeH="0" baseline="0" dirty="0" err="1">
                <a:ln>
                  <a:noFill/>
                </a:ln>
                <a:solidFill>
                  <a:schemeClr val="accent2">
                    <a:lumMod val="75000"/>
                  </a:schemeClr>
                </a:solidFill>
                <a:effectLst/>
              </a:rPr>
              <a:t>Spearman</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correlation</a:t>
            </a:r>
            <a:r>
              <a:rPr lang="he-IL" altLang="he-IL" dirty="0">
                <a:solidFill>
                  <a:schemeClr val="accent2">
                    <a:lumMod val="75000"/>
                  </a:schemeClr>
                </a:solidFill>
              </a:rPr>
              <a:t> </a:t>
            </a:r>
            <a:r>
              <a:rPr lang="en-US" altLang="he-IL" dirty="0">
                <a:solidFill>
                  <a:schemeClr val="accent2">
                    <a:lumMod val="75000"/>
                  </a:schemeClr>
                </a:solidFill>
              </a:rPr>
              <a:t>is used</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because</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gender</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is</a:t>
            </a:r>
            <a:r>
              <a:rPr kumimoji="0" lang="he-IL" altLang="he-IL" sz="1800" b="0" i="0" u="none" strike="noStrike" cap="none" normalizeH="0" baseline="0" dirty="0">
                <a:ln>
                  <a:noFill/>
                </a:ln>
                <a:solidFill>
                  <a:schemeClr val="accent2">
                    <a:lumMod val="75000"/>
                  </a:schemeClr>
                </a:solidFill>
                <a:effectLst/>
              </a:rPr>
              <a:t> a </a:t>
            </a:r>
            <a:r>
              <a:rPr kumimoji="0" lang="he-IL" altLang="he-IL" sz="1800" b="0" i="0" u="none" strike="noStrike" cap="none" normalizeH="0" baseline="0" dirty="0" err="1">
                <a:ln>
                  <a:noFill/>
                </a:ln>
                <a:solidFill>
                  <a:schemeClr val="accent2">
                    <a:lumMod val="75000"/>
                  </a:schemeClr>
                </a:solidFill>
                <a:effectLst/>
              </a:rPr>
              <a:t>categorical</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variable</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encoded</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numerically</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and</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survival</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time</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may</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not</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be</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normally</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distributed</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This</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test</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checks</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for</a:t>
            </a:r>
            <a:r>
              <a:rPr kumimoji="0" lang="he-IL" altLang="he-IL" sz="1800" b="0" i="0" u="none" strike="noStrike" cap="none" normalizeH="0" baseline="0" dirty="0">
                <a:ln>
                  <a:noFill/>
                </a:ln>
                <a:solidFill>
                  <a:schemeClr val="accent2">
                    <a:lumMod val="75000"/>
                  </a:schemeClr>
                </a:solidFill>
                <a:effectLst/>
              </a:rPr>
              <a:t> a </a:t>
            </a:r>
            <a:r>
              <a:rPr kumimoji="0" lang="he-IL" altLang="he-IL" sz="1800" b="0" i="0" u="none" strike="noStrike" cap="none" normalizeH="0" baseline="0" dirty="0" err="1">
                <a:ln>
                  <a:noFill/>
                </a:ln>
                <a:solidFill>
                  <a:schemeClr val="accent2">
                    <a:lumMod val="75000"/>
                  </a:schemeClr>
                </a:solidFill>
                <a:effectLst/>
              </a:rPr>
              <a:t>monotonic</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and</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statistically</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significant</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relationship</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The</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box</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plot</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complements</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the</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analysis</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by</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visually</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comparing</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the</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distribution</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median</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and</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variability</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of</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survival</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times</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between</a:t>
            </a:r>
            <a:r>
              <a:rPr kumimoji="0" lang="he-IL" altLang="he-IL" sz="1800" b="0" i="0" u="none" strike="noStrike" cap="none" normalizeH="0" baseline="0" dirty="0">
                <a:ln>
                  <a:noFill/>
                </a:ln>
                <a:solidFill>
                  <a:schemeClr val="accent2">
                    <a:lumMod val="75000"/>
                  </a:schemeClr>
                </a:solidFill>
                <a:effectLst/>
              </a:rPr>
              <a:t> </a:t>
            </a:r>
            <a:r>
              <a:rPr kumimoji="0" lang="he-IL" altLang="he-IL" sz="1800" b="0" i="0" u="none" strike="noStrike" cap="none" normalizeH="0" baseline="0" dirty="0" err="1">
                <a:ln>
                  <a:noFill/>
                </a:ln>
                <a:solidFill>
                  <a:schemeClr val="accent2">
                    <a:lumMod val="75000"/>
                  </a:schemeClr>
                </a:solidFill>
                <a:effectLst/>
              </a:rPr>
              <a:t>genders</a:t>
            </a:r>
            <a:r>
              <a:rPr kumimoji="0" lang="he-IL" altLang="he-IL" sz="1800" b="0" i="0" u="none" strike="noStrike" cap="none" normalizeH="0" baseline="0" dirty="0">
                <a:ln>
                  <a:noFill/>
                </a:ln>
                <a:solidFill>
                  <a:schemeClr val="accent2">
                    <a:lumMod val="75000"/>
                  </a:schemeClr>
                </a:solidFill>
                <a:effectLst/>
              </a:rPr>
              <a:t>.</a:t>
            </a:r>
          </a:p>
        </p:txBody>
      </p:sp>
    </p:spTree>
    <p:extLst>
      <p:ext uri="{BB962C8B-B14F-4D97-AF65-F5344CB8AC3E}">
        <p14:creationId xmlns:p14="http://schemas.microsoft.com/office/powerpoint/2010/main" val="2449709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8E78D0-E2C6-C2FD-E166-75C2FAA80E5B}"/>
            </a:ext>
          </a:extLst>
        </p:cNvPr>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28" name="Rectangle 127">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6B828C0A-41F0-9AE7-9504-537795E70624}"/>
              </a:ext>
            </a:extLst>
          </p:cNvPr>
          <p:cNvSpPr>
            <a:spLocks noGrp="1"/>
          </p:cNvSpPr>
          <p:nvPr>
            <p:ph type="title"/>
          </p:nvPr>
        </p:nvSpPr>
        <p:spPr>
          <a:xfrm>
            <a:off x="15147" y="676121"/>
            <a:ext cx="4012719" cy="3150159"/>
          </a:xfrm>
        </p:spPr>
        <p:txBody>
          <a:bodyPr anchor="t">
            <a:noAutofit/>
          </a:bodyPr>
          <a:lstStyle/>
          <a:p>
            <a:pPr fontAlgn="base">
              <a:lnSpc>
                <a:spcPct val="150000"/>
              </a:lnSpc>
            </a:pPr>
            <a:r>
              <a:rPr lang="en-US" sz="2800" b="1" dirty="0"/>
              <a:t>3. Is there a connection between the survival time and the patient's gender?</a:t>
            </a:r>
            <a:br>
              <a:rPr lang="en-US" sz="2800" b="1" dirty="0"/>
            </a:br>
            <a:br>
              <a:rPr lang="en-US" sz="2800" b="1" dirty="0"/>
            </a:br>
            <a:r>
              <a:rPr lang="en-US" sz="2800" b="1" dirty="0">
                <a:solidFill>
                  <a:schemeClr val="accent2">
                    <a:lumMod val="75000"/>
                  </a:schemeClr>
                </a:solidFill>
              </a:rPr>
              <a:t>Tests</a:t>
            </a:r>
            <a:endParaRPr lang="en-US" sz="2800" b="1" dirty="0"/>
          </a:p>
        </p:txBody>
      </p:sp>
      <p:cxnSp>
        <p:nvCxnSpPr>
          <p:cNvPr id="132" name="Straight Connector 131">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8" name="תמונה 7" descr="תמונה שמכילה טקסט, צילום מסך, גופן&#10;&#10;תוכן בינה מלאכותית גנרטיבית עשוי להיות שגוי.">
            <a:extLst>
              <a:ext uri="{FF2B5EF4-FFF2-40B4-BE49-F238E27FC236}">
                <a16:creationId xmlns:a16="http://schemas.microsoft.com/office/drawing/2014/main" id="{85B59BE9-9188-88B1-0761-B99255FCACE4}"/>
              </a:ext>
            </a:extLst>
          </p:cNvPr>
          <p:cNvPicPr>
            <a:picLocks noChangeAspect="1"/>
          </p:cNvPicPr>
          <p:nvPr/>
        </p:nvPicPr>
        <p:blipFill>
          <a:blip r:embed="rId2"/>
          <a:stretch>
            <a:fillRect/>
          </a:stretch>
        </p:blipFill>
        <p:spPr>
          <a:xfrm>
            <a:off x="4590830" y="739913"/>
            <a:ext cx="7240773" cy="5298905"/>
          </a:xfrm>
          <a:prstGeom prst="rect">
            <a:avLst/>
          </a:prstGeom>
        </p:spPr>
      </p:pic>
    </p:spTree>
    <p:extLst>
      <p:ext uri="{BB962C8B-B14F-4D97-AF65-F5344CB8AC3E}">
        <p14:creationId xmlns:p14="http://schemas.microsoft.com/office/powerpoint/2010/main" val="410403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EDF3C4-F7B6-0538-AB75-3E6FF8C32C67}"/>
            </a:ext>
          </a:extLst>
        </p:cNvPr>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441C0D01-AD71-E168-0D8E-0B9B975C54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7553C52E-D671-5957-E25E-95FB74E6D7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FE764D3-9A06-B56A-21E0-721C2B001E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95B0655-0AAA-2A3A-FFE6-9D47583F9A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C876E7C-2BAD-F2EC-013D-3A7B995BE7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462CE060-7217-AFD9-FB3A-BF289B4C04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91930420-45EC-5041-7BFA-808CE0D74F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28" name="Rectangle 127">
            <a:extLst>
              <a:ext uri="{FF2B5EF4-FFF2-40B4-BE49-F238E27FC236}">
                <a16:creationId xmlns:a16="http://schemas.microsoft.com/office/drawing/2014/main" id="{1B403ED6-1FDB-4B0B-F495-FA3027603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23">
            <a:extLst>
              <a:ext uri="{FF2B5EF4-FFF2-40B4-BE49-F238E27FC236}">
                <a16:creationId xmlns:a16="http://schemas.microsoft.com/office/drawing/2014/main" id="{79BB8FE3-3B19-AF62-965E-6D0478723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38EEEADC-DAE4-FFE9-C532-AA3CA50F196B}"/>
              </a:ext>
            </a:extLst>
          </p:cNvPr>
          <p:cNvSpPr>
            <a:spLocks noGrp="1"/>
          </p:cNvSpPr>
          <p:nvPr>
            <p:ph type="title"/>
          </p:nvPr>
        </p:nvSpPr>
        <p:spPr>
          <a:xfrm>
            <a:off x="129508" y="823903"/>
            <a:ext cx="4012719" cy="3150159"/>
          </a:xfrm>
        </p:spPr>
        <p:txBody>
          <a:bodyPr anchor="t">
            <a:noAutofit/>
          </a:bodyPr>
          <a:lstStyle/>
          <a:p>
            <a:pPr fontAlgn="base">
              <a:lnSpc>
                <a:spcPct val="150000"/>
              </a:lnSpc>
            </a:pPr>
            <a:r>
              <a:rPr lang="en-US" sz="2800" b="1" dirty="0">
                <a:solidFill>
                  <a:schemeClr val="tx1"/>
                </a:solidFill>
              </a:rPr>
              <a:t>4. Can we predict the treatment outcome based on the chosen treatment?</a:t>
            </a:r>
            <a:br>
              <a:rPr lang="en-US" sz="2800" b="1" dirty="0"/>
            </a:br>
            <a:br>
              <a:rPr lang="en-US" sz="2800" b="1" dirty="0"/>
            </a:br>
            <a:r>
              <a:rPr lang="en-US" sz="2800" b="1" dirty="0">
                <a:solidFill>
                  <a:schemeClr val="accent2">
                    <a:lumMod val="75000"/>
                  </a:schemeClr>
                </a:solidFill>
              </a:rPr>
              <a:t>Final code</a:t>
            </a:r>
            <a:endParaRPr lang="en-US" sz="2800" b="1" dirty="0"/>
          </a:p>
        </p:txBody>
      </p:sp>
      <p:cxnSp>
        <p:nvCxnSpPr>
          <p:cNvPr id="132" name="Straight Connector 131">
            <a:extLst>
              <a:ext uri="{FF2B5EF4-FFF2-40B4-BE49-F238E27FC236}">
                <a16:creationId xmlns:a16="http://schemas.microsoft.com/office/drawing/2014/main" id="{4AFD4AD0-9C8D-2C99-4942-6C3A039F71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AFFACF9-0012-5067-50B2-D70BA8D231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CE58F44-0746-02EE-DA69-14D6311758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70B38F90-4B3D-3999-609F-BD31B513A9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D66325DD-274A-5D50-2C24-8D9A5E0173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צילום מסך, מסמך&#10;&#10;תוכן בינה מלאכותית גנרטיבית עשוי להיות שגוי.">
            <a:extLst>
              <a:ext uri="{FF2B5EF4-FFF2-40B4-BE49-F238E27FC236}">
                <a16:creationId xmlns:a16="http://schemas.microsoft.com/office/drawing/2014/main" id="{C1E585D5-3FC0-F530-4F1B-CE3A3A2124C6}"/>
              </a:ext>
            </a:extLst>
          </p:cNvPr>
          <p:cNvPicPr>
            <a:picLocks noChangeAspect="1"/>
          </p:cNvPicPr>
          <p:nvPr/>
        </p:nvPicPr>
        <p:blipFill>
          <a:blip r:embed="rId2"/>
          <a:stretch>
            <a:fillRect/>
          </a:stretch>
        </p:blipFill>
        <p:spPr>
          <a:xfrm>
            <a:off x="6024869" y="365122"/>
            <a:ext cx="4789638" cy="6105347"/>
          </a:xfrm>
          <a:prstGeom prst="rect">
            <a:avLst/>
          </a:prstGeom>
        </p:spPr>
      </p:pic>
    </p:spTree>
    <p:extLst>
      <p:ext uri="{BB962C8B-B14F-4D97-AF65-F5344CB8AC3E}">
        <p14:creationId xmlns:p14="http://schemas.microsoft.com/office/powerpoint/2010/main" val="193633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0A0C9C-B80C-1BA7-CF3F-691B51895D31}"/>
            </a:ext>
          </a:extLst>
        </p:cNvPr>
        <p:cNvGrpSpPr/>
        <p:nvPr/>
      </p:nvGrpSpPr>
      <p:grpSpPr>
        <a:xfrm>
          <a:off x="0" y="0"/>
          <a:ext cx="0" cy="0"/>
          <a:chOff x="0" y="0"/>
          <a:chExt cx="0" cy="0"/>
        </a:xfrm>
      </p:grpSpPr>
      <p:cxnSp>
        <p:nvCxnSpPr>
          <p:cNvPr id="145" name="Straight Connector 144">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59" name="Rectangle 158">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160">
            <a:extLst>
              <a:ext uri="{FF2B5EF4-FFF2-40B4-BE49-F238E27FC236}">
                <a16:creationId xmlns:a16="http://schemas.microsoft.com/office/drawing/2014/main" id="{C64A9919-C77B-4DEE-B7F8-B9A289E9E6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7289975" cy="133894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63" name="Rectangle 162">
            <a:extLst>
              <a:ext uri="{FF2B5EF4-FFF2-40B4-BE49-F238E27FC236}">
                <a16:creationId xmlns:a16="http://schemas.microsoft.com/office/drawing/2014/main" id="{F67B5ED5-2C08-4519-B88A-E933BAA84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827850"/>
            <a:ext cx="12192000" cy="205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9A9D2866-6387-BC81-83DA-8670753C6ABC}"/>
              </a:ext>
            </a:extLst>
          </p:cNvPr>
          <p:cNvSpPr>
            <a:spLocks noGrp="1"/>
          </p:cNvSpPr>
          <p:nvPr>
            <p:ph type="title"/>
          </p:nvPr>
        </p:nvSpPr>
        <p:spPr>
          <a:xfrm>
            <a:off x="1044539" y="5517169"/>
            <a:ext cx="10102920" cy="675417"/>
          </a:xfrm>
        </p:spPr>
        <p:txBody>
          <a:bodyPr>
            <a:noAutofit/>
          </a:bodyPr>
          <a:lstStyle/>
          <a:p>
            <a:pPr fontAlgn="base">
              <a:lnSpc>
                <a:spcPct val="90000"/>
              </a:lnSpc>
            </a:pPr>
            <a:r>
              <a:rPr lang="en-US" sz="2800" b="1" dirty="0"/>
              <a:t>4. Can we predict the treatment outcome based on the chosen treatment?</a:t>
            </a:r>
            <a:br>
              <a:rPr lang="en-US" sz="2800" b="1" dirty="0"/>
            </a:br>
            <a:br>
              <a:rPr lang="en-US" sz="2800" b="1" dirty="0"/>
            </a:br>
            <a:r>
              <a:rPr lang="en-US" sz="2800" b="1" dirty="0">
                <a:solidFill>
                  <a:schemeClr val="accent2">
                    <a:lumMod val="75000"/>
                  </a:schemeClr>
                </a:solidFill>
              </a:rPr>
              <a:t>Results</a:t>
            </a:r>
          </a:p>
        </p:txBody>
      </p:sp>
      <p:cxnSp>
        <p:nvCxnSpPr>
          <p:cNvPr id="165" name="Straight Connector 164">
            <a:extLst>
              <a:ext uri="{FF2B5EF4-FFF2-40B4-BE49-F238E27FC236}">
                <a16:creationId xmlns:a16="http://schemas.microsoft.com/office/drawing/2014/main" id="{4BB9CE4F-048D-4320-B7EF-E5AEA4020C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863010"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717DE3F0-E5A7-4C2D-927E-5663808678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632375"/>
            <a:ext cx="3875314" cy="11954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4E9EA87C-793F-4321-A0BC-4DB860289D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763624" y="1392865"/>
            <a:ext cx="1428376" cy="345743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DEE00FC4-5601-4185-8A23-E15BD4D7B4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367404" y="0"/>
            <a:ext cx="1824596"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תרשים, צילום מסך, מלבן&#10;&#10;תוכן בינה מלאכותית גנרטיבית עשוי להיות שגוי.">
            <a:extLst>
              <a:ext uri="{FF2B5EF4-FFF2-40B4-BE49-F238E27FC236}">
                <a16:creationId xmlns:a16="http://schemas.microsoft.com/office/drawing/2014/main" id="{9A658509-5792-A30B-A370-BB2832EE4EB8}"/>
              </a:ext>
            </a:extLst>
          </p:cNvPr>
          <p:cNvPicPr>
            <a:picLocks noChangeAspect="1"/>
          </p:cNvPicPr>
          <p:nvPr/>
        </p:nvPicPr>
        <p:blipFill>
          <a:blip r:embed="rId2"/>
          <a:stretch>
            <a:fillRect/>
          </a:stretch>
        </p:blipFill>
        <p:spPr>
          <a:xfrm>
            <a:off x="274325" y="181210"/>
            <a:ext cx="3485973" cy="2092989"/>
          </a:xfrm>
          <a:prstGeom prst="rect">
            <a:avLst/>
          </a:prstGeom>
        </p:spPr>
      </p:pic>
      <p:pic>
        <p:nvPicPr>
          <p:cNvPr id="8" name="תמונה 7" descr="תמונה שמכילה טקסט, צילום מסך, תרשים, מלבן&#10;&#10;תוכן בינה מלאכותית גנרטיבית עשוי להיות שגוי.">
            <a:extLst>
              <a:ext uri="{FF2B5EF4-FFF2-40B4-BE49-F238E27FC236}">
                <a16:creationId xmlns:a16="http://schemas.microsoft.com/office/drawing/2014/main" id="{EA6D2AB0-505A-1FB7-E41A-A963B20CA6EE}"/>
              </a:ext>
            </a:extLst>
          </p:cNvPr>
          <p:cNvPicPr>
            <a:picLocks noChangeAspect="1"/>
          </p:cNvPicPr>
          <p:nvPr/>
        </p:nvPicPr>
        <p:blipFill>
          <a:blip r:embed="rId3"/>
          <a:stretch>
            <a:fillRect/>
          </a:stretch>
        </p:blipFill>
        <p:spPr>
          <a:xfrm>
            <a:off x="8402636" y="173895"/>
            <a:ext cx="3413526" cy="2054056"/>
          </a:xfrm>
          <a:prstGeom prst="rect">
            <a:avLst/>
          </a:prstGeom>
        </p:spPr>
      </p:pic>
      <p:pic>
        <p:nvPicPr>
          <p:cNvPr id="10" name="תמונה 9" descr="תמונה שמכילה טקסט, צילום מסך, תרשים, מלבן&#10;&#10;תוכן בינה מלאכותית גנרטיבית עשוי להיות שגוי.">
            <a:extLst>
              <a:ext uri="{FF2B5EF4-FFF2-40B4-BE49-F238E27FC236}">
                <a16:creationId xmlns:a16="http://schemas.microsoft.com/office/drawing/2014/main" id="{9490615A-6900-D89A-7094-B04B5815A853}"/>
              </a:ext>
            </a:extLst>
          </p:cNvPr>
          <p:cNvPicPr>
            <a:picLocks noChangeAspect="1"/>
          </p:cNvPicPr>
          <p:nvPr/>
        </p:nvPicPr>
        <p:blipFill>
          <a:blip r:embed="rId4"/>
          <a:stretch>
            <a:fillRect/>
          </a:stretch>
        </p:blipFill>
        <p:spPr>
          <a:xfrm>
            <a:off x="3180895" y="2674712"/>
            <a:ext cx="2949939" cy="1755351"/>
          </a:xfrm>
          <a:prstGeom prst="rect">
            <a:avLst/>
          </a:prstGeom>
        </p:spPr>
      </p:pic>
      <p:pic>
        <p:nvPicPr>
          <p:cNvPr id="12" name="תמונה 11" descr="תמונה שמכילה טקסט, צילום מסך, תרשים, מלבן&#10;&#10;תוכן בינה מלאכותית גנרטיבית עשוי להיות שגוי.">
            <a:extLst>
              <a:ext uri="{FF2B5EF4-FFF2-40B4-BE49-F238E27FC236}">
                <a16:creationId xmlns:a16="http://schemas.microsoft.com/office/drawing/2014/main" id="{F79CC482-A597-1326-F5C4-8F105D23E0D9}"/>
              </a:ext>
            </a:extLst>
          </p:cNvPr>
          <p:cNvPicPr>
            <a:picLocks noChangeAspect="1"/>
          </p:cNvPicPr>
          <p:nvPr/>
        </p:nvPicPr>
        <p:blipFill>
          <a:blip r:embed="rId5"/>
          <a:stretch>
            <a:fillRect/>
          </a:stretch>
        </p:blipFill>
        <p:spPr>
          <a:xfrm>
            <a:off x="4335544" y="175564"/>
            <a:ext cx="3411843" cy="2030150"/>
          </a:xfrm>
          <a:prstGeom prst="rect">
            <a:avLst/>
          </a:prstGeom>
        </p:spPr>
      </p:pic>
      <p:pic>
        <p:nvPicPr>
          <p:cNvPr id="14" name="תמונה 13" descr="תמונה שמכילה טקסט, צילום מסך, תרשים, מלבן&#10;&#10;תוכן בינה מלאכותית גנרטיבית עשוי להיות שגוי.">
            <a:extLst>
              <a:ext uri="{FF2B5EF4-FFF2-40B4-BE49-F238E27FC236}">
                <a16:creationId xmlns:a16="http://schemas.microsoft.com/office/drawing/2014/main" id="{5082D7B4-1D43-3ABD-4550-C2E4D522EA80}"/>
              </a:ext>
            </a:extLst>
          </p:cNvPr>
          <p:cNvPicPr>
            <a:picLocks noChangeAspect="1"/>
          </p:cNvPicPr>
          <p:nvPr/>
        </p:nvPicPr>
        <p:blipFill>
          <a:blip r:embed="rId6"/>
          <a:stretch>
            <a:fillRect/>
          </a:stretch>
        </p:blipFill>
        <p:spPr>
          <a:xfrm>
            <a:off x="95979" y="2660080"/>
            <a:ext cx="2988903" cy="1788112"/>
          </a:xfrm>
          <a:prstGeom prst="rect">
            <a:avLst/>
          </a:prstGeom>
        </p:spPr>
      </p:pic>
      <p:pic>
        <p:nvPicPr>
          <p:cNvPr id="16" name="תמונה 15" descr="תמונה שמכילה טקסט, צילום מסך, תרשים, מלבן&#10;&#10;תוכן בינה מלאכותית גנרטיבית עשוי להיות שגוי.">
            <a:extLst>
              <a:ext uri="{FF2B5EF4-FFF2-40B4-BE49-F238E27FC236}">
                <a16:creationId xmlns:a16="http://schemas.microsoft.com/office/drawing/2014/main" id="{E8C84F66-A2B4-8501-E055-C99F8B5512A0}"/>
              </a:ext>
            </a:extLst>
          </p:cNvPr>
          <p:cNvPicPr>
            <a:picLocks noChangeAspect="1"/>
          </p:cNvPicPr>
          <p:nvPr/>
        </p:nvPicPr>
        <p:blipFill>
          <a:blip r:embed="rId7"/>
          <a:stretch>
            <a:fillRect/>
          </a:stretch>
        </p:blipFill>
        <p:spPr>
          <a:xfrm>
            <a:off x="9155388" y="2684195"/>
            <a:ext cx="2916542" cy="1761301"/>
          </a:xfrm>
          <a:prstGeom prst="rect">
            <a:avLst/>
          </a:prstGeom>
        </p:spPr>
      </p:pic>
      <p:pic>
        <p:nvPicPr>
          <p:cNvPr id="18" name="תמונה 17" descr="תמונה שמכילה טקסט, צילום מסך, תרשים, מלבן&#10;&#10;תוכן בינה מלאכותית גנרטיבית עשוי להיות שגוי.">
            <a:extLst>
              <a:ext uri="{FF2B5EF4-FFF2-40B4-BE49-F238E27FC236}">
                <a16:creationId xmlns:a16="http://schemas.microsoft.com/office/drawing/2014/main" id="{8F2BA8C1-E0C5-49A8-1BE4-59CD167A3F28}"/>
              </a:ext>
            </a:extLst>
          </p:cNvPr>
          <p:cNvPicPr>
            <a:picLocks noChangeAspect="1"/>
          </p:cNvPicPr>
          <p:nvPr/>
        </p:nvPicPr>
        <p:blipFill>
          <a:blip r:embed="rId8"/>
          <a:stretch>
            <a:fillRect/>
          </a:stretch>
        </p:blipFill>
        <p:spPr>
          <a:xfrm>
            <a:off x="6150055" y="2665949"/>
            <a:ext cx="2987551" cy="1788111"/>
          </a:xfrm>
          <a:prstGeom prst="rect">
            <a:avLst/>
          </a:prstGeom>
        </p:spPr>
      </p:pic>
    </p:spTree>
    <p:extLst>
      <p:ext uri="{BB962C8B-B14F-4D97-AF65-F5344CB8AC3E}">
        <p14:creationId xmlns:p14="http://schemas.microsoft.com/office/powerpoint/2010/main" val="413032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4D226D-D107-D3FE-902B-E386C97D1354}"/>
            </a:ext>
          </a:extLst>
        </p:cNvPr>
        <p:cNvGrpSpPr/>
        <p:nvPr/>
      </p:nvGrpSpPr>
      <p:grpSpPr>
        <a:xfrm>
          <a:off x="0" y="0"/>
          <a:ext cx="0" cy="0"/>
          <a:chOff x="0" y="0"/>
          <a:chExt cx="0" cy="0"/>
        </a:xfrm>
      </p:grpSpPr>
      <p:cxnSp>
        <p:nvCxnSpPr>
          <p:cNvPr id="145" name="Straight Connector 144">
            <a:extLst>
              <a:ext uri="{FF2B5EF4-FFF2-40B4-BE49-F238E27FC236}">
                <a16:creationId xmlns:a16="http://schemas.microsoft.com/office/drawing/2014/main" id="{C4AB97A0-3419-C628-140A-8B865E25F6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FFFF42F3-091F-E625-6717-FE98E0727A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ED0DE446-A6D3-9927-13AE-BBD21DEA7E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FEA456EC-59F9-3DCA-D466-6EC06C07CC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2FE56E0A-B1BD-2EED-DB93-8A2304D8BF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87F56B77-47A0-D49F-378C-327C2A0F9F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81DC50E7-38AE-C5DB-9777-5CA2CD4B5B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59" name="Rectangle 158">
            <a:extLst>
              <a:ext uri="{FF2B5EF4-FFF2-40B4-BE49-F238E27FC236}">
                <a16:creationId xmlns:a16="http://schemas.microsoft.com/office/drawing/2014/main" id="{17F4224C-9899-AAA1-C776-313B9F7EC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160">
            <a:extLst>
              <a:ext uri="{FF2B5EF4-FFF2-40B4-BE49-F238E27FC236}">
                <a16:creationId xmlns:a16="http://schemas.microsoft.com/office/drawing/2014/main" id="{6FDC4697-2D0B-0393-68C5-D58E6329AC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7289975" cy="133894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163" name="Rectangle 162">
            <a:extLst>
              <a:ext uri="{FF2B5EF4-FFF2-40B4-BE49-F238E27FC236}">
                <a16:creationId xmlns:a16="http://schemas.microsoft.com/office/drawing/2014/main" id="{B7908604-6807-7127-292A-1410E4475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827850"/>
            <a:ext cx="12192000" cy="205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486340DE-F8BB-D7CC-BEB2-F4FB20DFF252}"/>
              </a:ext>
            </a:extLst>
          </p:cNvPr>
          <p:cNvSpPr>
            <a:spLocks noGrp="1"/>
          </p:cNvSpPr>
          <p:nvPr>
            <p:ph type="title"/>
          </p:nvPr>
        </p:nvSpPr>
        <p:spPr>
          <a:xfrm>
            <a:off x="1044539" y="5517169"/>
            <a:ext cx="10102920" cy="675417"/>
          </a:xfrm>
        </p:spPr>
        <p:txBody>
          <a:bodyPr>
            <a:noAutofit/>
          </a:bodyPr>
          <a:lstStyle/>
          <a:p>
            <a:pPr fontAlgn="base">
              <a:lnSpc>
                <a:spcPct val="90000"/>
              </a:lnSpc>
            </a:pPr>
            <a:r>
              <a:rPr lang="en-US" sz="2800" b="1" dirty="0"/>
              <a:t>4. Can we predict the treatment outcome based on the chosen treatment?</a:t>
            </a:r>
            <a:br>
              <a:rPr lang="en-US" sz="2800" b="1" dirty="0"/>
            </a:br>
            <a:br>
              <a:rPr lang="en-US" sz="2800" b="1" dirty="0"/>
            </a:br>
            <a:r>
              <a:rPr lang="en-US" sz="2800" b="1" dirty="0">
                <a:solidFill>
                  <a:schemeClr val="accent2">
                    <a:lumMod val="75000"/>
                  </a:schemeClr>
                </a:solidFill>
              </a:rPr>
              <a:t>Results</a:t>
            </a:r>
          </a:p>
        </p:txBody>
      </p:sp>
      <p:cxnSp>
        <p:nvCxnSpPr>
          <p:cNvPr id="165" name="Straight Connector 164">
            <a:extLst>
              <a:ext uri="{FF2B5EF4-FFF2-40B4-BE49-F238E27FC236}">
                <a16:creationId xmlns:a16="http://schemas.microsoft.com/office/drawing/2014/main" id="{CE4859E2-B5CA-14B3-C51E-EAA9D88F0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863010"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CD28D7DB-C969-5D45-F771-A809A59B84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632375"/>
            <a:ext cx="3875314" cy="11954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68C50B55-3F12-E6E9-A9B7-21116A5C49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763624" y="1392865"/>
            <a:ext cx="1428376" cy="345743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3FECDC4E-9C90-9457-A496-D71E7589B9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367404" y="0"/>
            <a:ext cx="1824596"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גופן, קבלה&#10;&#10;תוכן בינה מלאכותית גנרטיבית עשוי להיות שגוי.">
            <a:extLst>
              <a:ext uri="{FF2B5EF4-FFF2-40B4-BE49-F238E27FC236}">
                <a16:creationId xmlns:a16="http://schemas.microsoft.com/office/drawing/2014/main" id="{25788BEE-C636-D3F0-9766-C3180B7123F5}"/>
              </a:ext>
            </a:extLst>
          </p:cNvPr>
          <p:cNvPicPr>
            <a:picLocks noChangeAspect="1"/>
          </p:cNvPicPr>
          <p:nvPr/>
        </p:nvPicPr>
        <p:blipFill>
          <a:blip r:embed="rId2"/>
          <a:stretch>
            <a:fillRect/>
          </a:stretch>
        </p:blipFill>
        <p:spPr>
          <a:xfrm>
            <a:off x="2349912" y="2352687"/>
            <a:ext cx="7890348" cy="2150119"/>
          </a:xfrm>
          <a:prstGeom prst="rect">
            <a:avLst/>
          </a:prstGeom>
        </p:spPr>
      </p:pic>
      <p:sp>
        <p:nvSpPr>
          <p:cNvPr id="7" name="Rectangle 1">
            <a:extLst>
              <a:ext uri="{FF2B5EF4-FFF2-40B4-BE49-F238E27FC236}">
                <a16:creationId xmlns:a16="http://schemas.microsoft.com/office/drawing/2014/main" id="{C535327C-D372-0BD8-5C7E-A368CC4F58A4}"/>
              </a:ext>
            </a:extLst>
          </p:cNvPr>
          <p:cNvSpPr>
            <a:spLocks noChangeArrowheads="1"/>
          </p:cNvSpPr>
          <p:nvPr/>
        </p:nvSpPr>
        <p:spPr bwMode="auto">
          <a:xfrm>
            <a:off x="731520" y="278292"/>
            <a:ext cx="10746029" cy="1709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he-IL" sz="1800" b="0" i="0" u="none" strike="noStrike" cap="none" normalizeH="0" baseline="0" dirty="0">
                <a:ln>
                  <a:noFill/>
                </a:ln>
                <a:solidFill>
                  <a:schemeClr val="accent2">
                    <a:lumMod val="75000"/>
                  </a:schemeClr>
                </a:solidFill>
                <a:effectLst/>
              </a:rPr>
              <a:t>The code computes outcome probabilities for each treatment using cross-tabulation, allowing a fair comparison between treatments. It then visualizes the outcome distributions with bar charts to clearly show how outcomes differ across treatments. Together, the probabilities and plots help identify the most effective treatment and support the final conclusion.</a:t>
            </a:r>
          </a:p>
        </p:txBody>
      </p:sp>
    </p:spTree>
    <p:extLst>
      <p:ext uri="{BB962C8B-B14F-4D97-AF65-F5344CB8AC3E}">
        <p14:creationId xmlns:p14="http://schemas.microsoft.com/office/powerpoint/2010/main" val="576311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22FDEC-6455-F249-9A68-10107D2BCADE}"/>
            </a:ext>
          </a:extLst>
        </p:cNvPr>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991AFF1E-A5E3-7C42-EEC2-B4718A0B7E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67163839-45F2-049F-4986-8EF0374AAB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85D57640-0224-67F4-5386-28320D7095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7E46600-0806-4B4B-E844-C0136207C8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B6A978FA-82B9-8147-C8A1-9304C65FB4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85FE32B-71D9-49E1-E874-ED13777383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FF88D3A-CFAC-4AB4-8AEF-C562B78985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128" name="Rectangle 127">
            <a:extLst>
              <a:ext uri="{FF2B5EF4-FFF2-40B4-BE49-F238E27FC236}">
                <a16:creationId xmlns:a16="http://schemas.microsoft.com/office/drawing/2014/main" id="{B4A2B267-BE28-8272-5F0F-12D886189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23">
            <a:extLst>
              <a:ext uri="{FF2B5EF4-FFF2-40B4-BE49-F238E27FC236}">
                <a16:creationId xmlns:a16="http://schemas.microsoft.com/office/drawing/2014/main" id="{AAA5E03A-CB25-7586-5566-CBC31ADC40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01092021-C8AB-0179-023B-A2E0811E657E}"/>
              </a:ext>
            </a:extLst>
          </p:cNvPr>
          <p:cNvSpPr>
            <a:spLocks noGrp="1"/>
          </p:cNvSpPr>
          <p:nvPr>
            <p:ph type="title"/>
          </p:nvPr>
        </p:nvSpPr>
        <p:spPr>
          <a:xfrm>
            <a:off x="129508" y="823903"/>
            <a:ext cx="4012719" cy="3150159"/>
          </a:xfrm>
        </p:spPr>
        <p:txBody>
          <a:bodyPr anchor="t">
            <a:noAutofit/>
          </a:bodyPr>
          <a:lstStyle/>
          <a:p>
            <a:pPr fontAlgn="base">
              <a:lnSpc>
                <a:spcPct val="150000"/>
              </a:lnSpc>
            </a:pPr>
            <a:r>
              <a:rPr lang="en-US" sz="2800" b="1" dirty="0">
                <a:solidFill>
                  <a:schemeClr val="tx1"/>
                </a:solidFill>
              </a:rPr>
              <a:t>4. Can we predict the treatment outcome based on the chosen treatment?</a:t>
            </a:r>
            <a:br>
              <a:rPr lang="en-US" sz="2800" b="1" dirty="0"/>
            </a:br>
            <a:br>
              <a:rPr lang="en-US" sz="2800" b="1" dirty="0"/>
            </a:br>
            <a:r>
              <a:rPr lang="en-US" sz="2800" b="1" dirty="0">
                <a:solidFill>
                  <a:schemeClr val="accent2">
                    <a:lumMod val="75000"/>
                  </a:schemeClr>
                </a:solidFill>
              </a:rPr>
              <a:t>Tests</a:t>
            </a:r>
            <a:endParaRPr lang="en-US" sz="2800" b="1" dirty="0"/>
          </a:p>
        </p:txBody>
      </p:sp>
      <p:cxnSp>
        <p:nvCxnSpPr>
          <p:cNvPr id="132" name="Straight Connector 131">
            <a:extLst>
              <a:ext uri="{FF2B5EF4-FFF2-40B4-BE49-F238E27FC236}">
                <a16:creationId xmlns:a16="http://schemas.microsoft.com/office/drawing/2014/main" id="{56C0DF2A-F972-E3F6-156E-23486444EF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6DE5225-32F5-6D99-AD7F-E2727443AE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EF9204B-B9CD-FAF5-3202-9515C4E8FC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D81B344F-A4A1-A499-6593-CBC62B48B9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5EF0301-88A6-249F-07F7-9A8346C894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גופן, מספר&#10;&#10;תוכן בינה מלאכותית גנרטיבית עשוי להיות שגוי.">
            <a:extLst>
              <a:ext uri="{FF2B5EF4-FFF2-40B4-BE49-F238E27FC236}">
                <a16:creationId xmlns:a16="http://schemas.microsoft.com/office/drawing/2014/main" id="{9473F84A-7864-9FEE-EF33-53BDFBFCE8C6}"/>
              </a:ext>
            </a:extLst>
          </p:cNvPr>
          <p:cNvPicPr>
            <a:picLocks noChangeAspect="1"/>
          </p:cNvPicPr>
          <p:nvPr/>
        </p:nvPicPr>
        <p:blipFill>
          <a:blip r:embed="rId2"/>
          <a:stretch>
            <a:fillRect/>
          </a:stretch>
        </p:blipFill>
        <p:spPr>
          <a:xfrm>
            <a:off x="6081544" y="271421"/>
            <a:ext cx="4420325" cy="6293160"/>
          </a:xfrm>
          <a:prstGeom prst="rect">
            <a:avLst/>
          </a:prstGeom>
        </p:spPr>
      </p:pic>
    </p:spTree>
    <p:extLst>
      <p:ext uri="{BB962C8B-B14F-4D97-AF65-F5344CB8AC3E}">
        <p14:creationId xmlns:p14="http://schemas.microsoft.com/office/powerpoint/2010/main" val="1878020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BFD909-CCF4-92ED-AF60-38CE432E4D7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C1487ED7-9FDD-A4C4-AF9D-F9999AE3C1EB}"/>
              </a:ext>
            </a:extLst>
          </p:cNvPr>
          <p:cNvSpPr>
            <a:spLocks noGrp="1"/>
          </p:cNvSpPr>
          <p:nvPr>
            <p:ph type="title"/>
          </p:nvPr>
        </p:nvSpPr>
        <p:spPr>
          <a:xfrm>
            <a:off x="89696" y="823903"/>
            <a:ext cx="3679545" cy="3150159"/>
          </a:xfrm>
        </p:spPr>
        <p:txBody>
          <a:bodyPr anchor="t">
            <a:noAutofit/>
          </a:bodyPr>
          <a:lstStyle/>
          <a:p>
            <a:pPr fontAlgn="base">
              <a:lnSpc>
                <a:spcPct val="150000"/>
              </a:lnSpc>
            </a:pPr>
            <a:r>
              <a:rPr lang="en-US" sz="2800" b="1" dirty="0"/>
              <a:t>5. Can tumor type predict the tumor grade at initial diagnosis?</a:t>
            </a:r>
            <a:br>
              <a:rPr lang="en-US" sz="2800" b="1" dirty="0"/>
            </a:br>
            <a:br>
              <a:rPr lang="en-US" sz="2800" b="1" dirty="0"/>
            </a:br>
            <a:r>
              <a:rPr lang="en-US" sz="2800" b="1" dirty="0">
                <a:solidFill>
                  <a:schemeClr val="accent2">
                    <a:lumMod val="75000"/>
                  </a:schemeClr>
                </a:solidFill>
              </a:rPr>
              <a:t>Final code</a:t>
            </a:r>
          </a:p>
        </p:txBody>
      </p:sp>
      <p:cxnSp>
        <p:nvCxnSpPr>
          <p:cNvPr id="26" name="Straight Connector 25">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5" name="תמונה 4" descr="תמונה שמכילה טקסט, צילום מסך, מסמך, גופן&#10;&#10;תוכן בינה מלאכותית גנרטיבית עשוי להיות שגוי.">
            <a:extLst>
              <a:ext uri="{FF2B5EF4-FFF2-40B4-BE49-F238E27FC236}">
                <a16:creationId xmlns:a16="http://schemas.microsoft.com/office/drawing/2014/main" id="{750D6DF0-DBD7-AD99-B215-0D49DE79DFDE}"/>
              </a:ext>
            </a:extLst>
          </p:cNvPr>
          <p:cNvPicPr>
            <a:picLocks noChangeAspect="1"/>
          </p:cNvPicPr>
          <p:nvPr/>
        </p:nvPicPr>
        <p:blipFill>
          <a:blip r:embed="rId2"/>
          <a:stretch>
            <a:fillRect/>
          </a:stretch>
        </p:blipFill>
        <p:spPr>
          <a:xfrm>
            <a:off x="4408388" y="986245"/>
            <a:ext cx="3893645" cy="4885509"/>
          </a:xfrm>
          <a:prstGeom prst="rect">
            <a:avLst/>
          </a:prstGeom>
        </p:spPr>
      </p:pic>
      <p:pic>
        <p:nvPicPr>
          <p:cNvPr id="7" name="תמונה 6" descr="תמונה שמכילה טקסט, צילום מסך, מסמך&#10;&#10;תוכן בינה מלאכותית גנרטיבית עשוי להיות שגוי.">
            <a:extLst>
              <a:ext uri="{FF2B5EF4-FFF2-40B4-BE49-F238E27FC236}">
                <a16:creationId xmlns:a16="http://schemas.microsoft.com/office/drawing/2014/main" id="{1E7DB45F-217D-4A60-069E-0569CF538DAF}"/>
              </a:ext>
            </a:extLst>
          </p:cNvPr>
          <p:cNvPicPr>
            <a:picLocks noChangeAspect="1"/>
          </p:cNvPicPr>
          <p:nvPr/>
        </p:nvPicPr>
        <p:blipFill>
          <a:blip r:embed="rId3"/>
          <a:stretch>
            <a:fillRect/>
          </a:stretch>
        </p:blipFill>
        <p:spPr>
          <a:xfrm>
            <a:off x="8401496" y="979104"/>
            <a:ext cx="3667905" cy="4885509"/>
          </a:xfrm>
          <a:prstGeom prst="rect">
            <a:avLst/>
          </a:prstGeom>
        </p:spPr>
      </p:pic>
    </p:spTree>
    <p:extLst>
      <p:ext uri="{BB962C8B-B14F-4D97-AF65-F5344CB8AC3E}">
        <p14:creationId xmlns:p14="http://schemas.microsoft.com/office/powerpoint/2010/main" val="1142978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4FFB92-A6FA-AA74-1E00-672CC081358F}"/>
            </a:ext>
          </a:extLst>
        </p:cNvPr>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EA3B6404-C37D-4FE3-8124-9FC5ECE56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C64A9919-C77B-4DEE-B7F8-B9A289E9E6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7289975" cy="133894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F67B5ED5-2C08-4519-B88A-E933BAA84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827850"/>
            <a:ext cx="12192000" cy="205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כותרת 1">
            <a:extLst>
              <a:ext uri="{FF2B5EF4-FFF2-40B4-BE49-F238E27FC236}">
                <a16:creationId xmlns:a16="http://schemas.microsoft.com/office/drawing/2014/main" id="{1A4366AC-3891-CB8A-76A9-E6AF9DA89B16}"/>
              </a:ext>
            </a:extLst>
          </p:cNvPr>
          <p:cNvSpPr>
            <a:spLocks noGrp="1"/>
          </p:cNvSpPr>
          <p:nvPr>
            <p:ph type="title"/>
          </p:nvPr>
        </p:nvSpPr>
        <p:spPr>
          <a:xfrm>
            <a:off x="1044540" y="5475938"/>
            <a:ext cx="10102920" cy="675417"/>
          </a:xfrm>
        </p:spPr>
        <p:txBody>
          <a:bodyPr>
            <a:noAutofit/>
          </a:bodyPr>
          <a:lstStyle/>
          <a:p>
            <a:pPr fontAlgn="base">
              <a:lnSpc>
                <a:spcPct val="90000"/>
              </a:lnSpc>
            </a:pPr>
            <a:r>
              <a:rPr lang="en-US" sz="2800" b="1" dirty="0"/>
              <a:t>5. Can tumor type predict the tumor grade at initial diagnosis?</a:t>
            </a:r>
            <a:br>
              <a:rPr lang="en-US" sz="2800" b="1" dirty="0"/>
            </a:br>
            <a:br>
              <a:rPr lang="en-US" sz="2800" b="1" dirty="0"/>
            </a:br>
            <a:r>
              <a:rPr lang="en-US" sz="2800" b="1" dirty="0">
                <a:solidFill>
                  <a:schemeClr val="accent2">
                    <a:lumMod val="75000"/>
                  </a:schemeClr>
                </a:solidFill>
              </a:rPr>
              <a:t>Results</a:t>
            </a:r>
          </a:p>
        </p:txBody>
      </p:sp>
      <p:cxnSp>
        <p:nvCxnSpPr>
          <p:cNvPr id="59" name="Straight Connector 58">
            <a:extLst>
              <a:ext uri="{FF2B5EF4-FFF2-40B4-BE49-F238E27FC236}">
                <a16:creationId xmlns:a16="http://schemas.microsoft.com/office/drawing/2014/main" id="{4BB9CE4F-048D-4320-B7EF-E5AEA4020C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60990" y="0"/>
            <a:ext cx="863010" cy="485029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17DE3F0-E5A7-4C2D-927E-5663808678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632375"/>
            <a:ext cx="3875314" cy="11954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E9EA87C-793F-4321-A0BC-4DB860289D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763624" y="1392865"/>
            <a:ext cx="1428376" cy="345743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EE00FC4-5601-4185-8A23-E15BD4D7B4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367404" y="0"/>
            <a:ext cx="1824596" cy="433891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תרשים, מספר&#10;&#10;תוכן בינה מלאכותית גנרטיבית עשוי להיות שגוי.">
            <a:extLst>
              <a:ext uri="{FF2B5EF4-FFF2-40B4-BE49-F238E27FC236}">
                <a16:creationId xmlns:a16="http://schemas.microsoft.com/office/drawing/2014/main" id="{A700A8B4-1BD1-3506-75BC-117ABAA6EE91}"/>
              </a:ext>
            </a:extLst>
          </p:cNvPr>
          <p:cNvPicPr>
            <a:picLocks noChangeAspect="1"/>
          </p:cNvPicPr>
          <p:nvPr/>
        </p:nvPicPr>
        <p:blipFill>
          <a:blip r:embed="rId2"/>
          <a:stretch>
            <a:fillRect/>
          </a:stretch>
        </p:blipFill>
        <p:spPr>
          <a:xfrm>
            <a:off x="6627222" y="421256"/>
            <a:ext cx="5165697" cy="3138161"/>
          </a:xfrm>
          <a:prstGeom prst="rect">
            <a:avLst/>
          </a:prstGeom>
        </p:spPr>
      </p:pic>
      <p:pic>
        <p:nvPicPr>
          <p:cNvPr id="6" name="תמונה 5" descr="תמונה שמכילה טקסט, גופן, צילום מסך, לבן&#10;&#10;תוכן בינה מלאכותית גנרטיבית עשוי להיות שגוי.">
            <a:extLst>
              <a:ext uri="{FF2B5EF4-FFF2-40B4-BE49-F238E27FC236}">
                <a16:creationId xmlns:a16="http://schemas.microsoft.com/office/drawing/2014/main" id="{40B4D4D1-0AA9-AFE3-9814-329C31AAE523}"/>
              </a:ext>
            </a:extLst>
          </p:cNvPr>
          <p:cNvPicPr>
            <a:picLocks noChangeAspect="1"/>
          </p:cNvPicPr>
          <p:nvPr/>
        </p:nvPicPr>
        <p:blipFill>
          <a:blip r:embed="rId3"/>
          <a:stretch>
            <a:fillRect/>
          </a:stretch>
        </p:blipFill>
        <p:spPr>
          <a:xfrm>
            <a:off x="6627222" y="3835448"/>
            <a:ext cx="5288275" cy="699220"/>
          </a:xfrm>
          <a:prstGeom prst="rect">
            <a:avLst/>
          </a:prstGeom>
        </p:spPr>
      </p:pic>
      <p:pic>
        <p:nvPicPr>
          <p:cNvPr id="11" name="תמונה 10" descr="תמונה שמכילה גופן, טקסט, סמל, מספר&#10;&#10;תוכן בינה מלאכותית גנרטיבית עשוי להיות שגוי.">
            <a:extLst>
              <a:ext uri="{FF2B5EF4-FFF2-40B4-BE49-F238E27FC236}">
                <a16:creationId xmlns:a16="http://schemas.microsoft.com/office/drawing/2014/main" id="{60662B82-3749-BB15-A5D1-8BDA67BF81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476" y="3769554"/>
            <a:ext cx="1923512" cy="765114"/>
          </a:xfrm>
          <a:prstGeom prst="rect">
            <a:avLst/>
          </a:prstGeom>
        </p:spPr>
      </p:pic>
      <p:pic>
        <p:nvPicPr>
          <p:cNvPr id="15" name="תמונה 14" descr="תמונה שמכילה טקסט, גופן, שעון, צילום מסך&#10;&#10;תוכן בינה מלאכותית גנרטיבית עשוי להיות שגוי.">
            <a:extLst>
              <a:ext uri="{FF2B5EF4-FFF2-40B4-BE49-F238E27FC236}">
                <a16:creationId xmlns:a16="http://schemas.microsoft.com/office/drawing/2014/main" id="{6EBA4E46-C7E4-8EC7-0EF9-159B20F084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19719" y="3769554"/>
            <a:ext cx="2281556" cy="765114"/>
          </a:xfrm>
          <a:prstGeom prst="rect">
            <a:avLst/>
          </a:prstGeom>
        </p:spPr>
      </p:pic>
      <p:sp>
        <p:nvSpPr>
          <p:cNvPr id="17" name="Rectangle 3">
            <a:extLst>
              <a:ext uri="{FF2B5EF4-FFF2-40B4-BE49-F238E27FC236}">
                <a16:creationId xmlns:a16="http://schemas.microsoft.com/office/drawing/2014/main" id="{9C05ABAE-931E-DD47-F8A9-439FD287EEC8}"/>
              </a:ext>
            </a:extLst>
          </p:cNvPr>
          <p:cNvSpPr>
            <a:spLocks noChangeArrowheads="1"/>
          </p:cNvSpPr>
          <p:nvPr/>
        </p:nvSpPr>
        <p:spPr bwMode="auto">
          <a:xfrm>
            <a:off x="629299" y="362024"/>
            <a:ext cx="5997924" cy="2956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rtl="0" eaLnBrk="0" fontAlgn="base" hangingPunct="0">
              <a:lnSpc>
                <a:spcPct val="150000"/>
              </a:lnSpc>
              <a:spcBef>
                <a:spcPct val="0"/>
              </a:spcBef>
              <a:spcAft>
                <a:spcPct val="0"/>
              </a:spcAft>
            </a:pPr>
            <a:r>
              <a:rPr lang="en-US" dirty="0">
                <a:solidFill>
                  <a:schemeClr val="accent2">
                    <a:lumMod val="75000"/>
                  </a:schemeClr>
                </a:solidFill>
              </a:rPr>
              <a:t>A cross-tabulation was used to examine the relationship between tumor type and tumor grade.</a:t>
            </a:r>
            <a:br>
              <a:rPr lang="en-US" dirty="0">
                <a:solidFill>
                  <a:schemeClr val="accent2">
                    <a:lumMod val="75000"/>
                  </a:schemeClr>
                </a:solidFill>
              </a:rPr>
            </a:br>
            <a:r>
              <a:rPr lang="en-US" dirty="0">
                <a:solidFill>
                  <a:schemeClr val="accent2">
                    <a:lumMod val="75000"/>
                  </a:schemeClr>
                </a:solidFill>
              </a:rPr>
              <a:t>A chi-square test showed a statistically significant association, and Cramér’s V indicated that the relationship is strong.</a:t>
            </a:r>
            <a:br>
              <a:rPr lang="en-US" dirty="0">
                <a:solidFill>
                  <a:schemeClr val="accent2">
                    <a:lumMod val="75000"/>
                  </a:schemeClr>
                </a:solidFill>
              </a:rPr>
            </a:br>
            <a:r>
              <a:rPr lang="en-US" dirty="0">
                <a:solidFill>
                  <a:schemeClr val="accent2">
                    <a:lumMod val="75000"/>
                  </a:schemeClr>
                </a:solidFill>
              </a:rPr>
              <a:t>A stacked bar chart with percentages was used to clearly compare grade distributions across tumor types, even with different sample sizes.</a:t>
            </a:r>
            <a:endParaRPr kumimoji="0" lang="he-IL" altLang="he-IL" sz="1800" i="0" u="none" strike="noStrike" cap="none" normalizeH="0" baseline="0" dirty="0">
              <a:ln>
                <a:noFill/>
              </a:ln>
              <a:solidFill>
                <a:schemeClr val="accent2">
                  <a:lumMod val="75000"/>
                </a:schemeClr>
              </a:solidFill>
              <a:effectLst/>
              <a:latin typeface="Arial" panose="020B0604020202020204" pitchFamily="34" charset="0"/>
            </a:endParaRPr>
          </a:p>
        </p:txBody>
      </p:sp>
    </p:spTree>
    <p:extLst>
      <p:ext uri="{BB962C8B-B14F-4D97-AF65-F5344CB8AC3E}">
        <p14:creationId xmlns:p14="http://schemas.microsoft.com/office/powerpoint/2010/main" val="936093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220863-EC51-009C-A4A4-4FB385826F9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CC1A3DD-4E65-3CE1-C31B-15ADB18B94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14C4769-62FA-A84A-ABE0-8941F44379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94B7518-989D-E604-7F66-A6169E6A26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5BD309C-DC75-666E-FC0F-3B4C1910A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61351D5-7346-1938-689A-64FE0A341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CC3E9F0-CA1C-C5A0-5ABC-421AF56F40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403BA2B-9686-F3D3-9B67-632F660A12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EE205CB-E851-C13D-AA05-0E71946D2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83A5C49-8F04-B8F9-AEA4-33D73A81F3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704F3B80-0FDB-A428-F687-DB4242BED6D8}"/>
              </a:ext>
            </a:extLst>
          </p:cNvPr>
          <p:cNvSpPr>
            <a:spLocks noGrp="1"/>
          </p:cNvSpPr>
          <p:nvPr>
            <p:ph type="title"/>
          </p:nvPr>
        </p:nvSpPr>
        <p:spPr>
          <a:xfrm>
            <a:off x="89696" y="823903"/>
            <a:ext cx="3679545" cy="3150159"/>
          </a:xfrm>
        </p:spPr>
        <p:txBody>
          <a:bodyPr anchor="t">
            <a:noAutofit/>
          </a:bodyPr>
          <a:lstStyle/>
          <a:p>
            <a:pPr fontAlgn="base">
              <a:lnSpc>
                <a:spcPct val="150000"/>
              </a:lnSpc>
            </a:pPr>
            <a:r>
              <a:rPr lang="en-US" sz="2800" b="1" dirty="0"/>
              <a:t>5. Can tumor type predict the tumor grade at initial diagnosis?</a:t>
            </a:r>
            <a:br>
              <a:rPr lang="en-US" sz="2800" b="1" dirty="0"/>
            </a:br>
            <a:br>
              <a:rPr lang="en-US" sz="2800" b="1" dirty="0"/>
            </a:br>
            <a:r>
              <a:rPr lang="en-US" sz="2800" b="1" dirty="0">
                <a:solidFill>
                  <a:schemeClr val="accent2">
                    <a:lumMod val="75000"/>
                  </a:schemeClr>
                </a:solidFill>
              </a:rPr>
              <a:t>Tests</a:t>
            </a:r>
          </a:p>
        </p:txBody>
      </p:sp>
      <p:cxnSp>
        <p:nvCxnSpPr>
          <p:cNvPr id="26" name="Straight Connector 25">
            <a:extLst>
              <a:ext uri="{FF2B5EF4-FFF2-40B4-BE49-F238E27FC236}">
                <a16:creationId xmlns:a16="http://schemas.microsoft.com/office/drawing/2014/main" id="{25FF1987-A93F-4C04-2CFE-69BE7CF013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E333EB7-91CB-CC03-A011-5C24E2D87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61486DA-7C57-208D-94A9-9F1DFA10D3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1EB59D3-1E09-3488-3B03-A5AE7FDC9D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DD80F2D-B13F-C42D-4038-4AEBC3939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מסמך, גופן&#10;&#10;תוכן בינה מלאכותית גנרטיבית עשוי להיות שגוי.">
            <a:extLst>
              <a:ext uri="{FF2B5EF4-FFF2-40B4-BE49-F238E27FC236}">
                <a16:creationId xmlns:a16="http://schemas.microsoft.com/office/drawing/2014/main" id="{6DE7C4E6-B355-2B8D-4E9B-C57219F332B5}"/>
              </a:ext>
            </a:extLst>
          </p:cNvPr>
          <p:cNvPicPr>
            <a:picLocks noChangeAspect="1"/>
          </p:cNvPicPr>
          <p:nvPr/>
        </p:nvPicPr>
        <p:blipFill>
          <a:blip r:embed="rId2"/>
          <a:stretch>
            <a:fillRect/>
          </a:stretch>
        </p:blipFill>
        <p:spPr>
          <a:xfrm>
            <a:off x="5125020" y="478622"/>
            <a:ext cx="6378766" cy="5848502"/>
          </a:xfrm>
          <a:prstGeom prst="rect">
            <a:avLst/>
          </a:prstGeom>
        </p:spPr>
      </p:pic>
    </p:spTree>
    <p:extLst>
      <p:ext uri="{BB962C8B-B14F-4D97-AF65-F5344CB8AC3E}">
        <p14:creationId xmlns:p14="http://schemas.microsoft.com/office/powerpoint/2010/main" val="1529706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2ACDCA-BE35-FAA9-7E27-2FDAD4F23841}"/>
            </a:ext>
          </a:extLst>
        </p:cNvPr>
        <p:cNvGrpSpPr/>
        <p:nvPr/>
      </p:nvGrpSpPr>
      <p:grpSpPr>
        <a:xfrm>
          <a:off x="0" y="0"/>
          <a:ext cx="0" cy="0"/>
          <a:chOff x="0" y="0"/>
          <a:chExt cx="0" cy="0"/>
        </a:xfrm>
      </p:grpSpPr>
      <p:cxnSp>
        <p:nvCxnSpPr>
          <p:cNvPr id="52" name="Straight Connector 51">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66" name="Rectangle 65">
            <a:extLst>
              <a:ext uri="{FF2B5EF4-FFF2-40B4-BE49-F238E27FC236}">
                <a16:creationId xmlns:a16="http://schemas.microsoft.com/office/drawing/2014/main" id="{2096EABF-579F-4307-8952-04905085F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23">
            <a:extLst>
              <a:ext uri="{FF2B5EF4-FFF2-40B4-BE49-F238E27FC236}">
                <a16:creationId xmlns:a16="http://schemas.microsoft.com/office/drawing/2014/main" id="{233D9D3E-2FB8-42AA-B5E5-1EAB4DA92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1836C679-ADC8-FA20-9326-1817320764D2}"/>
              </a:ext>
            </a:extLst>
          </p:cNvPr>
          <p:cNvSpPr>
            <a:spLocks noGrp="1"/>
          </p:cNvSpPr>
          <p:nvPr>
            <p:ph type="title"/>
          </p:nvPr>
        </p:nvSpPr>
        <p:spPr>
          <a:xfrm>
            <a:off x="128241" y="940558"/>
            <a:ext cx="3855721" cy="3150159"/>
          </a:xfrm>
        </p:spPr>
        <p:txBody>
          <a:bodyPr anchor="t">
            <a:normAutofit/>
          </a:bodyPr>
          <a:lstStyle/>
          <a:p>
            <a:r>
              <a:rPr lang="en-US" sz="2800" b="1" dirty="0"/>
              <a:t>Clean data</a:t>
            </a:r>
            <a:endParaRPr lang="he-IL" sz="2800" b="1" dirty="0"/>
          </a:p>
        </p:txBody>
      </p:sp>
      <p:cxnSp>
        <p:nvCxnSpPr>
          <p:cNvPr id="70" name="Straight Connector 69">
            <a:extLst>
              <a:ext uri="{FF2B5EF4-FFF2-40B4-BE49-F238E27FC236}">
                <a16:creationId xmlns:a16="http://schemas.microsoft.com/office/drawing/2014/main" id="{69FBE6D3-8499-4BE7-8C12-1BA9F0150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35C1B90-3208-4854-BFDE-310A02639F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FB20B9B-B58D-4A05-87A2-6F8C78BD7C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8CC7CE6-73AD-436F-BC95-066CC95065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192C383-6990-4C74-A5FF-EAB4A1EA2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8" name="תמונה 7" descr="תמונה שמכילה טקסט, צילום מסך, גופן, מספר&#10;&#10;תוכן בינה מלאכותית גנרטיבית עשוי להיות שגוי.">
            <a:extLst>
              <a:ext uri="{FF2B5EF4-FFF2-40B4-BE49-F238E27FC236}">
                <a16:creationId xmlns:a16="http://schemas.microsoft.com/office/drawing/2014/main" id="{7EDDF19E-DD2C-8D99-4D2E-EE4E259A20A7}"/>
              </a:ext>
            </a:extLst>
          </p:cNvPr>
          <p:cNvPicPr>
            <a:picLocks noChangeAspect="1"/>
          </p:cNvPicPr>
          <p:nvPr/>
        </p:nvPicPr>
        <p:blipFill>
          <a:blip r:embed="rId2"/>
          <a:stretch>
            <a:fillRect/>
          </a:stretch>
        </p:blipFill>
        <p:spPr>
          <a:xfrm>
            <a:off x="4959921" y="544956"/>
            <a:ext cx="6583236" cy="5746090"/>
          </a:xfrm>
          <a:prstGeom prst="rect">
            <a:avLst/>
          </a:prstGeom>
        </p:spPr>
      </p:pic>
    </p:spTree>
    <p:extLst>
      <p:ext uri="{BB962C8B-B14F-4D97-AF65-F5344CB8AC3E}">
        <p14:creationId xmlns:p14="http://schemas.microsoft.com/office/powerpoint/2010/main" val="4203968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F12A22-454D-1B20-3F5C-0C8BA8956343}"/>
            </a:ext>
          </a:extLst>
        </p:cNvPr>
        <p:cNvGrpSpPr/>
        <p:nvPr/>
      </p:nvGrpSpPr>
      <p:grpSpPr>
        <a:xfrm>
          <a:off x="0" y="0"/>
          <a:ext cx="0" cy="0"/>
          <a:chOff x="0" y="0"/>
          <a:chExt cx="0" cy="0"/>
        </a:xfrm>
      </p:grpSpPr>
      <p:cxnSp>
        <p:nvCxnSpPr>
          <p:cNvPr id="52" name="Straight Connector 51">
            <a:extLst>
              <a:ext uri="{FF2B5EF4-FFF2-40B4-BE49-F238E27FC236}">
                <a16:creationId xmlns:a16="http://schemas.microsoft.com/office/drawing/2014/main" id="{27686432-3732-E53E-D800-250A51B1DE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3DEFB10-243B-8D01-EC8A-1D2C489878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71718AB-4F79-3AF5-A146-CDAFAFEAB0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DFC0B91-48D7-EFB3-9303-C568F8425E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1030E68-13F0-D83A-3F67-C975E252E1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40B6162-7A72-E60B-8559-532F80AD4E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FFF8B6B-E3F0-E302-EB71-1F0B09AE77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66" name="Rectangle 65">
            <a:extLst>
              <a:ext uri="{FF2B5EF4-FFF2-40B4-BE49-F238E27FC236}">
                <a16:creationId xmlns:a16="http://schemas.microsoft.com/office/drawing/2014/main" id="{721EA924-8D76-EDA3-C167-832C695D6E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23">
            <a:extLst>
              <a:ext uri="{FF2B5EF4-FFF2-40B4-BE49-F238E27FC236}">
                <a16:creationId xmlns:a16="http://schemas.microsoft.com/office/drawing/2014/main" id="{21F05548-42EF-351E-B998-66F12054C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72B90CCC-A61A-6824-BF41-91547A8CCB09}"/>
              </a:ext>
            </a:extLst>
          </p:cNvPr>
          <p:cNvSpPr>
            <a:spLocks noGrp="1"/>
          </p:cNvSpPr>
          <p:nvPr>
            <p:ph type="title"/>
          </p:nvPr>
        </p:nvSpPr>
        <p:spPr>
          <a:xfrm>
            <a:off x="128241" y="940558"/>
            <a:ext cx="3855721" cy="3150159"/>
          </a:xfrm>
        </p:spPr>
        <p:txBody>
          <a:bodyPr anchor="t">
            <a:normAutofit/>
          </a:bodyPr>
          <a:lstStyle/>
          <a:p>
            <a:r>
              <a:rPr lang="en-US" sz="2800" b="1" dirty="0"/>
              <a:t>Clean data</a:t>
            </a:r>
            <a:br>
              <a:rPr lang="en-US" sz="2800" b="1" dirty="0"/>
            </a:br>
            <a:br>
              <a:rPr lang="en-US" sz="2800" b="1" dirty="0"/>
            </a:br>
            <a:r>
              <a:rPr lang="en-US" sz="2800" b="1" dirty="0">
                <a:solidFill>
                  <a:schemeClr val="accent2">
                    <a:lumMod val="75000"/>
                  </a:schemeClr>
                </a:solidFill>
              </a:rPr>
              <a:t>Test</a:t>
            </a:r>
            <a:endParaRPr lang="he-IL" sz="2800" b="1" dirty="0">
              <a:solidFill>
                <a:schemeClr val="accent2">
                  <a:lumMod val="75000"/>
                </a:schemeClr>
              </a:solidFill>
            </a:endParaRPr>
          </a:p>
        </p:txBody>
      </p:sp>
      <p:cxnSp>
        <p:nvCxnSpPr>
          <p:cNvPr id="70" name="Straight Connector 69">
            <a:extLst>
              <a:ext uri="{FF2B5EF4-FFF2-40B4-BE49-F238E27FC236}">
                <a16:creationId xmlns:a16="http://schemas.microsoft.com/office/drawing/2014/main" id="{9B4257DD-A5C6-5D08-9539-8EC3E6E754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7E950E9-02CE-2663-7648-F254655FD9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7397231-BCD5-52B9-E2EA-7C81F268CE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D1F644D-A2EC-5BA1-86D1-2CB574F127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C916D06-5415-24D8-A45B-0150014AA8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6" name="תמונה 5" descr="תמונה שמכילה טקסט, צילום מסך, מסמך, גופן&#10;&#10;תוכן בינה מלאכותית גנרטיבית עשוי להיות שגוי.">
            <a:extLst>
              <a:ext uri="{FF2B5EF4-FFF2-40B4-BE49-F238E27FC236}">
                <a16:creationId xmlns:a16="http://schemas.microsoft.com/office/drawing/2014/main" id="{09921231-4ED2-C6F2-48ED-7BB666600075}"/>
              </a:ext>
            </a:extLst>
          </p:cNvPr>
          <p:cNvPicPr>
            <a:picLocks noChangeAspect="1"/>
          </p:cNvPicPr>
          <p:nvPr/>
        </p:nvPicPr>
        <p:blipFill>
          <a:blip r:embed="rId2"/>
          <a:stretch>
            <a:fillRect/>
          </a:stretch>
        </p:blipFill>
        <p:spPr>
          <a:xfrm>
            <a:off x="6199912" y="277858"/>
            <a:ext cx="4272620" cy="6265817"/>
          </a:xfrm>
          <a:prstGeom prst="rect">
            <a:avLst/>
          </a:prstGeom>
        </p:spPr>
      </p:pic>
    </p:spTree>
    <p:extLst>
      <p:ext uri="{BB962C8B-B14F-4D97-AF65-F5344CB8AC3E}">
        <p14:creationId xmlns:p14="http://schemas.microsoft.com/office/powerpoint/2010/main" val="119169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069A30-9FB3-FCCD-BF4A-607A2CA2C0D2}"/>
            </a:ext>
          </a:extLst>
        </p:cNvPr>
        <p:cNvGrpSpPr/>
        <p:nvPr/>
      </p:nvGrpSpPr>
      <p:grpSpPr>
        <a:xfrm>
          <a:off x="0" y="0"/>
          <a:ext cx="0" cy="0"/>
          <a:chOff x="0" y="0"/>
          <a:chExt cx="0" cy="0"/>
        </a:xfrm>
      </p:grpSpPr>
      <p:cxnSp>
        <p:nvCxnSpPr>
          <p:cNvPr id="52" name="Straight Connector 51">
            <a:extLst>
              <a:ext uri="{FF2B5EF4-FFF2-40B4-BE49-F238E27FC236}">
                <a16:creationId xmlns:a16="http://schemas.microsoft.com/office/drawing/2014/main" id="{C756FAF3-678E-E55F-EC4A-84BFF9C9ED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C0E127B-7954-20BF-65B1-50D39741C6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BFCD0A2-3229-E4E1-E082-DC3AA472A8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110F49-DDB6-6CB4-C8BB-A8710DAD3E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538D4DA-FF93-05C4-B00C-159A9271EA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9994C40-D5C9-1007-848A-396B7D415B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69B3957-06CD-7947-E6C2-B62737D668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66" name="Rectangle 65">
            <a:extLst>
              <a:ext uri="{FF2B5EF4-FFF2-40B4-BE49-F238E27FC236}">
                <a16:creationId xmlns:a16="http://schemas.microsoft.com/office/drawing/2014/main" id="{4895F87C-8B66-4582-ACD9-BB6936134B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23">
            <a:extLst>
              <a:ext uri="{FF2B5EF4-FFF2-40B4-BE49-F238E27FC236}">
                <a16:creationId xmlns:a16="http://schemas.microsoft.com/office/drawing/2014/main" id="{26170D70-58DD-DD66-26BE-A236522E1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556" y="-14280"/>
            <a:ext cx="4615080" cy="687227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2240216 w 5664007"/>
              <a:gd name="connsiteY0" fmla="*/ 0 h 6857998"/>
              <a:gd name="connsiteX1" fmla="*/ 5664007 w 5664007"/>
              <a:gd name="connsiteY1" fmla="*/ 0 h 6857998"/>
              <a:gd name="connsiteX2" fmla="*/ 5664007 w 5664007"/>
              <a:gd name="connsiteY2" fmla="*/ 6857998 h 6857998"/>
              <a:gd name="connsiteX3" fmla="*/ 0 w 5664007"/>
              <a:gd name="connsiteY3" fmla="*/ 6846045 h 6857998"/>
              <a:gd name="connsiteX4" fmla="*/ 2240216 w 5664007"/>
              <a:gd name="connsiteY4" fmla="*/ 0 h 6857998"/>
              <a:gd name="connsiteX0" fmla="*/ 2170935 w 5594726"/>
              <a:gd name="connsiteY0" fmla="*/ 0 h 6865085"/>
              <a:gd name="connsiteX1" fmla="*/ 5594726 w 5594726"/>
              <a:gd name="connsiteY1" fmla="*/ 0 h 6865085"/>
              <a:gd name="connsiteX2" fmla="*/ 5594726 w 5594726"/>
              <a:gd name="connsiteY2" fmla="*/ 6857998 h 6865085"/>
              <a:gd name="connsiteX3" fmla="*/ 0 w 5594726"/>
              <a:gd name="connsiteY3" fmla="*/ 6865085 h 6865085"/>
              <a:gd name="connsiteX4" fmla="*/ 2170935 w 5594726"/>
              <a:gd name="connsiteY4" fmla="*/ 0 h 6865085"/>
              <a:gd name="connsiteX0" fmla="*/ 2170935 w 5594726"/>
              <a:gd name="connsiteY0" fmla="*/ 0 h 6868625"/>
              <a:gd name="connsiteX1" fmla="*/ 5594726 w 5594726"/>
              <a:gd name="connsiteY1" fmla="*/ 0 h 6868625"/>
              <a:gd name="connsiteX2" fmla="*/ 5594726 w 5594726"/>
              <a:gd name="connsiteY2" fmla="*/ 6868625 h 6868625"/>
              <a:gd name="connsiteX3" fmla="*/ 0 w 5594726"/>
              <a:gd name="connsiteY3" fmla="*/ 6865085 h 6868625"/>
              <a:gd name="connsiteX4" fmla="*/ 2170935 w 5594726"/>
              <a:gd name="connsiteY4" fmla="*/ 0 h 686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4726" h="6868625">
                <a:moveTo>
                  <a:pt x="2170935" y="0"/>
                </a:moveTo>
                <a:lnTo>
                  <a:pt x="5594726" y="0"/>
                </a:lnTo>
                <a:lnTo>
                  <a:pt x="5594726" y="6868625"/>
                </a:lnTo>
                <a:lnTo>
                  <a:pt x="0" y="6865085"/>
                </a:lnTo>
                <a:lnTo>
                  <a:pt x="217093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A173CA3E-C841-A864-25A0-B42A6F58D158}"/>
              </a:ext>
            </a:extLst>
          </p:cNvPr>
          <p:cNvSpPr>
            <a:spLocks noGrp="1"/>
          </p:cNvSpPr>
          <p:nvPr>
            <p:ph type="title"/>
          </p:nvPr>
        </p:nvSpPr>
        <p:spPr>
          <a:xfrm>
            <a:off x="128241" y="940558"/>
            <a:ext cx="3855721" cy="3150159"/>
          </a:xfrm>
        </p:spPr>
        <p:txBody>
          <a:bodyPr anchor="t">
            <a:normAutofit/>
          </a:bodyPr>
          <a:lstStyle/>
          <a:p>
            <a:r>
              <a:rPr lang="en-US" sz="2800" b="1" dirty="0"/>
              <a:t>Main ()</a:t>
            </a:r>
            <a:br>
              <a:rPr lang="en-US" sz="2800" b="1" dirty="0"/>
            </a:br>
            <a:br>
              <a:rPr lang="en-US" sz="2800" b="1" dirty="0"/>
            </a:br>
            <a:endParaRPr lang="he-IL" sz="2800" b="1" dirty="0">
              <a:solidFill>
                <a:schemeClr val="accent2">
                  <a:lumMod val="75000"/>
                </a:schemeClr>
              </a:solidFill>
            </a:endParaRPr>
          </a:p>
        </p:txBody>
      </p:sp>
      <p:cxnSp>
        <p:nvCxnSpPr>
          <p:cNvPr id="70" name="Straight Connector 69">
            <a:extLst>
              <a:ext uri="{FF2B5EF4-FFF2-40B4-BE49-F238E27FC236}">
                <a16:creationId xmlns:a16="http://schemas.microsoft.com/office/drawing/2014/main" id="{CD148C8C-CF9F-38D5-3307-1D08BD5EEC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3558" y="0"/>
            <a:ext cx="6705601" cy="8096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36EBC7F-E65D-0737-A13B-C9CB5500C8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3514060" y="1"/>
            <a:ext cx="510363" cy="685799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B139B0F-9F5E-5A1C-D864-372236B3DD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602477" y="365123"/>
            <a:ext cx="589522" cy="649287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6875C29-2D67-E5D4-F7C3-499DEE8CA5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340702" y="-10737"/>
            <a:ext cx="2851297" cy="168004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24E5995-DFFD-351F-E8AC-C5C6CC4657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33557" y="6045958"/>
            <a:ext cx="6876857" cy="81204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4" name="תמונה 3" descr="תמונה שמכילה טקסט, צילום מסך, גופן, מסמך&#10;&#10;תוכן בינה מלאכותית גנרטיבית עשוי להיות שגוי.">
            <a:extLst>
              <a:ext uri="{FF2B5EF4-FFF2-40B4-BE49-F238E27FC236}">
                <a16:creationId xmlns:a16="http://schemas.microsoft.com/office/drawing/2014/main" id="{17A6BF40-9F99-0DA3-7918-98BA7613497B}"/>
              </a:ext>
            </a:extLst>
          </p:cNvPr>
          <p:cNvPicPr>
            <a:picLocks noChangeAspect="1"/>
          </p:cNvPicPr>
          <p:nvPr/>
        </p:nvPicPr>
        <p:blipFill>
          <a:blip r:embed="rId2"/>
          <a:stretch>
            <a:fillRect/>
          </a:stretch>
        </p:blipFill>
        <p:spPr>
          <a:xfrm>
            <a:off x="4968205" y="334957"/>
            <a:ext cx="6744879" cy="6157920"/>
          </a:xfrm>
          <a:prstGeom prst="rect">
            <a:avLst/>
          </a:prstGeom>
        </p:spPr>
      </p:pic>
    </p:spTree>
    <p:extLst>
      <p:ext uri="{BB962C8B-B14F-4D97-AF65-F5344CB8AC3E}">
        <p14:creationId xmlns:p14="http://schemas.microsoft.com/office/powerpoint/2010/main" val="2891088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9C44B0-36B5-F8D0-E572-30F32EF43B12}"/>
            </a:ext>
          </a:extLst>
        </p:cNvPr>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CBA5F09E-98E8-8EAA-B110-788DDA70F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0">
            <a:extLst>
              <a:ext uri="{FF2B5EF4-FFF2-40B4-BE49-F238E27FC236}">
                <a16:creationId xmlns:a16="http://schemas.microsoft.com/office/drawing/2014/main" id="{EE91F259-B049-A5C6-C288-95E452663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2">
            <a:extLst>
              <a:ext uri="{FF2B5EF4-FFF2-40B4-BE49-F238E27FC236}">
                <a16:creationId xmlns:a16="http://schemas.microsoft.com/office/drawing/2014/main" id="{7FC6C234-8D4F-C647-19CB-1878369A9B6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418764" y="0"/>
            <a:ext cx="815637" cy="685734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EA75C0C-2251-80B5-E9C4-DC2D89E05C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a:endCxn id="15" idx="2"/>
          </p:cNvCxnSpPr>
          <p:nvPr>
            <p:extLst>
              <p:ext uri="{386F3935-93C4-4BCD-93E2-E3B085C9AB24}">
                <p16:designElem xmlns:p16="http://schemas.microsoft.com/office/powerpoint/2015/main" val="1"/>
              </p:ext>
            </p:extLst>
          </p:nvPr>
        </p:nvCxnSpPr>
        <p:spPr>
          <a:xfrm>
            <a:off x="0" y="5468380"/>
            <a:ext cx="6096000" cy="138961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1028" name="Picture 4" descr="Brain outline vector illustration 20 | Premium AI-generated vector">
            <a:extLst>
              <a:ext uri="{FF2B5EF4-FFF2-40B4-BE49-F238E27FC236}">
                <a16:creationId xmlns:a16="http://schemas.microsoft.com/office/drawing/2014/main" id="{6E258C2B-BDB3-A42E-141A-1584691939B8}"/>
              </a:ext>
            </a:extLst>
          </p:cNvPr>
          <p:cNvPicPr>
            <a:picLocks noChangeAspect="1" noChangeArrowheads="1"/>
          </p:cNvPicPr>
          <p:nvPr/>
        </p:nvPicPr>
        <p:blipFill>
          <a:blip r:embed="rId2">
            <a:alphaModFix amt="9000"/>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p:spPr>
      </p:pic>
      <p:sp>
        <p:nvSpPr>
          <p:cNvPr id="2" name="תיבת טקסט 1">
            <a:extLst>
              <a:ext uri="{FF2B5EF4-FFF2-40B4-BE49-F238E27FC236}">
                <a16:creationId xmlns:a16="http://schemas.microsoft.com/office/drawing/2014/main" id="{80510660-25E0-1BFD-1947-97458CBED908}"/>
              </a:ext>
            </a:extLst>
          </p:cNvPr>
          <p:cNvSpPr txBox="1"/>
          <p:nvPr/>
        </p:nvSpPr>
        <p:spPr>
          <a:xfrm>
            <a:off x="3304222" y="3043953"/>
            <a:ext cx="5613006" cy="769441"/>
          </a:xfrm>
          <a:prstGeom prst="rect">
            <a:avLst/>
          </a:prstGeom>
          <a:noFill/>
        </p:spPr>
        <p:txBody>
          <a:bodyPr wrap="square" rtlCol="1">
            <a:spAutoFit/>
          </a:bodyPr>
          <a:lstStyle/>
          <a:p>
            <a:pPr algn="l"/>
            <a:r>
              <a:rPr lang="en-US" sz="4400" b="1" dirty="0">
                <a:solidFill>
                  <a:schemeClr val="accent2">
                    <a:lumMod val="75000"/>
                  </a:schemeClr>
                </a:solidFill>
                <a:latin typeface="+mj-lt"/>
              </a:rPr>
              <a:t>Thanks for watching</a:t>
            </a:r>
            <a:endParaRPr lang="he-IL" sz="4400" b="1" dirty="0">
              <a:solidFill>
                <a:schemeClr val="accent2">
                  <a:lumMod val="75000"/>
                </a:schemeClr>
              </a:solidFill>
              <a:latin typeface="+mj-lt"/>
            </a:endParaRPr>
          </a:p>
        </p:txBody>
      </p:sp>
    </p:spTree>
    <p:extLst>
      <p:ext uri="{BB962C8B-B14F-4D97-AF65-F5344CB8AC3E}">
        <p14:creationId xmlns:p14="http://schemas.microsoft.com/office/powerpoint/2010/main" val="4181116045"/>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Hadassah Friedlaender"/>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docProps/app.xml><?xml version="1.0" encoding="utf-8"?>
<Properties xmlns="http://schemas.openxmlformats.org/officeDocument/2006/extended-properties" xmlns:vt="http://schemas.openxmlformats.org/officeDocument/2006/docPropsVTypes">
  <TotalTime>11259</TotalTime>
  <Words>877</Words>
  <Application>Microsoft Office PowerPoint</Application>
  <PresentationFormat>מסך רחב</PresentationFormat>
  <Paragraphs>46</Paragraphs>
  <Slides>24</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24</vt:i4>
      </vt:variant>
    </vt:vector>
  </HeadingPairs>
  <TitlesOfParts>
    <vt:vector size="28" baseType="lpstr">
      <vt:lpstr>Arial</vt:lpstr>
      <vt:lpstr>Calibri</vt:lpstr>
      <vt:lpstr>Hadassah Friedlaender</vt:lpstr>
      <vt:lpstr>AngleLinesVTI</vt:lpstr>
      <vt:lpstr>   Brain Tumor Stage-Based Recurrence Patterns</vt:lpstr>
      <vt:lpstr>מצגת של PowerPoint‏</vt:lpstr>
      <vt:lpstr>The Core Questions</vt:lpstr>
      <vt:lpstr>1. Can we predict the chances of a tumor recurrence based on its initial location?  Final code </vt:lpstr>
      <vt:lpstr>1. Can we predict the chances of a tumor recurrence based on its initial location?  Final code – gui graphic design </vt:lpstr>
      <vt:lpstr>1. Can we predict the chances of a tumor recurrence based on its initial location?  Results </vt:lpstr>
      <vt:lpstr>1. Can we predict the chances of a tumor recurrence based on its initial location?  Tests </vt:lpstr>
      <vt:lpstr>2. Is there a correlation between the survival time and the age of the patient (at the time of diagnosis)?  Final code </vt:lpstr>
      <vt:lpstr>2. Is there a correlation between the survival time and the age of the patient (at the time of diagnosis)?  Results </vt:lpstr>
      <vt:lpstr>2. Is there a correlation between the survival time and the age of the patient (at the time of diagnosis)?  Tests </vt:lpstr>
      <vt:lpstr>3. Is there a connection between the survival time and the patient's gender?  Final code</vt:lpstr>
      <vt:lpstr>3. Is there a connection between the survival time and the patient's gender?  Results</vt:lpstr>
      <vt:lpstr>3. Is there a connection between the survival time and the patient's gender?  Tests</vt:lpstr>
      <vt:lpstr>4. Can we predict the treatment outcome based on the chosen treatment?  Final code</vt:lpstr>
      <vt:lpstr>4. Can we predict the treatment outcome based on the chosen treatment?  Results</vt:lpstr>
      <vt:lpstr>4. Can we predict the treatment outcome based on the chosen treatment?  Results</vt:lpstr>
      <vt:lpstr>4. Can we predict the treatment outcome based on the chosen treatment?  Tests</vt:lpstr>
      <vt:lpstr>5. Can tumor type predict the tumor grade at initial diagnosis?  Final code</vt:lpstr>
      <vt:lpstr>5. Can tumor type predict the tumor grade at initial diagnosis?  Results</vt:lpstr>
      <vt:lpstr>5. Can tumor type predict the tumor grade at initial diagnosis?  Tests</vt:lpstr>
      <vt:lpstr>Clean data</vt:lpstr>
      <vt:lpstr>Clean data  Test</vt:lpstr>
      <vt:lpstr>Main ()  </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miri chavay</dc:creator>
  <cp:lastModifiedBy>miri chavay</cp:lastModifiedBy>
  <cp:revision>1</cp:revision>
  <dcterms:created xsi:type="dcterms:W3CDTF">2026-01-01T14:53:41Z</dcterms:created>
  <dcterms:modified xsi:type="dcterms:W3CDTF">2026-01-12T11:04:38Z</dcterms:modified>
</cp:coreProperties>
</file>